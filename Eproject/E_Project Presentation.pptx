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6ED16A-9DB6-4DEF-A389-14C5D7A6E5E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28AFDD01-9299-4F2C-BEA3-BA934C299C4A}">
      <dgm:prSet phldrT="[Text]"/>
      <dgm:spPr/>
      <dgm:t>
        <a:bodyPr/>
        <a:lstStyle/>
        <a:p>
          <a:r>
            <a:rPr lang="en-GB" dirty="0"/>
            <a:t>Qamar Abbas</a:t>
          </a:r>
        </a:p>
      </dgm:t>
    </dgm:pt>
    <dgm:pt modelId="{7AC45470-86BC-4045-A5F3-B375915CF01D}" type="parTrans" cxnId="{B85826D5-7388-4101-9D0A-7FA26681B606}">
      <dgm:prSet/>
      <dgm:spPr/>
      <dgm:t>
        <a:bodyPr/>
        <a:lstStyle/>
        <a:p>
          <a:endParaRPr lang="en-GB"/>
        </a:p>
      </dgm:t>
    </dgm:pt>
    <dgm:pt modelId="{8B9762F6-F95F-4E77-9ABD-0A9BCB2409DE}" type="sibTrans" cxnId="{B85826D5-7388-4101-9D0A-7FA26681B606}">
      <dgm:prSet/>
      <dgm:spPr/>
      <dgm:t>
        <a:bodyPr/>
        <a:lstStyle/>
        <a:p>
          <a:endParaRPr lang="en-GB"/>
        </a:p>
      </dgm:t>
    </dgm:pt>
    <dgm:pt modelId="{EC0CE1B1-6382-4133-A135-239BB1AD6BE2}">
      <dgm:prSet phldrT="[Text]"/>
      <dgm:spPr/>
      <dgm:t>
        <a:bodyPr/>
        <a:lstStyle/>
        <a:p>
          <a:r>
            <a:rPr lang="en-GB" dirty="0"/>
            <a:t>Cell no : 0335-9223315</a:t>
          </a:r>
        </a:p>
      </dgm:t>
    </dgm:pt>
    <dgm:pt modelId="{ACCBF111-EABA-4407-B7D9-0A51BEFBEDD2}" type="parTrans" cxnId="{78B6DECC-1B61-4823-AC48-7459C9010FA1}">
      <dgm:prSet/>
      <dgm:spPr/>
      <dgm:t>
        <a:bodyPr/>
        <a:lstStyle/>
        <a:p>
          <a:endParaRPr lang="en-GB"/>
        </a:p>
      </dgm:t>
    </dgm:pt>
    <dgm:pt modelId="{B609AAC4-422F-48A1-A6CD-8807E3FFED66}" type="sibTrans" cxnId="{78B6DECC-1B61-4823-AC48-7459C9010FA1}">
      <dgm:prSet/>
      <dgm:spPr/>
      <dgm:t>
        <a:bodyPr/>
        <a:lstStyle/>
        <a:p>
          <a:endParaRPr lang="en-GB"/>
        </a:p>
      </dgm:t>
    </dgm:pt>
    <dgm:pt modelId="{FC1B1A47-A4DA-4960-BBDF-8701106B56BD}">
      <dgm:prSet phldrT="[Text]"/>
      <dgm:spPr/>
      <dgm:t>
        <a:bodyPr/>
        <a:lstStyle/>
        <a:p>
          <a:r>
            <a:rPr lang="en-GB" dirty="0"/>
            <a:t>Email : qamar2508f@aptechgdn.net</a:t>
          </a:r>
        </a:p>
      </dgm:t>
    </dgm:pt>
    <dgm:pt modelId="{07B77684-C2A3-45B3-BAF0-2A782B315B17}" type="parTrans" cxnId="{B237A8C2-F148-4A90-9B4B-1B936B691D3B}">
      <dgm:prSet/>
      <dgm:spPr/>
      <dgm:t>
        <a:bodyPr/>
        <a:lstStyle/>
        <a:p>
          <a:endParaRPr lang="en-GB"/>
        </a:p>
      </dgm:t>
    </dgm:pt>
    <dgm:pt modelId="{2E864345-8A4A-464A-A6AD-20A5FABF8EA4}" type="sibTrans" cxnId="{B237A8C2-F148-4A90-9B4B-1B936B691D3B}">
      <dgm:prSet/>
      <dgm:spPr/>
      <dgm:t>
        <a:bodyPr/>
        <a:lstStyle/>
        <a:p>
          <a:endParaRPr lang="en-GB"/>
        </a:p>
      </dgm:t>
    </dgm:pt>
    <dgm:pt modelId="{00156921-056E-48E7-9FD7-8C8231C4887E}">
      <dgm:prSet phldrT="[Text]"/>
      <dgm:spPr/>
      <dgm:t>
        <a:bodyPr/>
        <a:lstStyle/>
        <a:p>
          <a:r>
            <a:rPr lang="en-GB" dirty="0"/>
            <a:t>Samiullah Basit</a:t>
          </a:r>
        </a:p>
      </dgm:t>
    </dgm:pt>
    <dgm:pt modelId="{93738214-3DDC-4DAB-875D-23EF2C8A02DD}" type="parTrans" cxnId="{3C2F5A8C-EE59-4AFC-9B1C-AC4A4FCF8AF8}">
      <dgm:prSet/>
      <dgm:spPr/>
      <dgm:t>
        <a:bodyPr/>
        <a:lstStyle/>
        <a:p>
          <a:endParaRPr lang="en-GB"/>
        </a:p>
      </dgm:t>
    </dgm:pt>
    <dgm:pt modelId="{2A9C3385-31AF-41C3-97CF-76304EF745C4}" type="sibTrans" cxnId="{3C2F5A8C-EE59-4AFC-9B1C-AC4A4FCF8AF8}">
      <dgm:prSet/>
      <dgm:spPr/>
      <dgm:t>
        <a:bodyPr/>
        <a:lstStyle/>
        <a:p>
          <a:endParaRPr lang="en-GB"/>
        </a:p>
      </dgm:t>
    </dgm:pt>
    <dgm:pt modelId="{1B08915E-0702-4D38-88F3-3C83744639DD}">
      <dgm:prSet phldrT="[Text]"/>
      <dgm:spPr/>
      <dgm:t>
        <a:bodyPr/>
        <a:lstStyle/>
        <a:p>
          <a:r>
            <a:rPr lang="en-GB" dirty="0"/>
            <a:t>Cell no: 0334 9940326</a:t>
          </a:r>
        </a:p>
      </dgm:t>
    </dgm:pt>
    <dgm:pt modelId="{C9266359-B43F-4BB2-978A-6D6D1540938E}" type="parTrans" cxnId="{F25E008A-2C31-47A5-BE6D-9E6890ECFF47}">
      <dgm:prSet/>
      <dgm:spPr/>
      <dgm:t>
        <a:bodyPr/>
        <a:lstStyle/>
        <a:p>
          <a:endParaRPr lang="en-GB"/>
        </a:p>
      </dgm:t>
    </dgm:pt>
    <dgm:pt modelId="{3AFBC718-6E06-4FB4-A3C5-2490A2CC1BCD}" type="sibTrans" cxnId="{F25E008A-2C31-47A5-BE6D-9E6890ECFF47}">
      <dgm:prSet/>
      <dgm:spPr/>
      <dgm:t>
        <a:bodyPr/>
        <a:lstStyle/>
        <a:p>
          <a:endParaRPr lang="en-GB"/>
        </a:p>
      </dgm:t>
    </dgm:pt>
    <dgm:pt modelId="{870DDBAB-8DEE-47F8-89E4-E8CE9F11A763}">
      <dgm:prSet phldrT="[Text]"/>
      <dgm:spPr/>
      <dgm:t>
        <a:bodyPr/>
        <a:lstStyle/>
        <a:p>
          <a:r>
            <a:rPr lang="en-GB" dirty="0"/>
            <a:t>Email: samiullah2508f@aptechgdn.net</a:t>
          </a:r>
        </a:p>
      </dgm:t>
    </dgm:pt>
    <dgm:pt modelId="{E32FC28D-C027-4758-8417-7C6C01BE821B}" type="parTrans" cxnId="{1F2A2AD4-CCAD-45DD-9499-E68C128E07C1}">
      <dgm:prSet/>
      <dgm:spPr/>
      <dgm:t>
        <a:bodyPr/>
        <a:lstStyle/>
        <a:p>
          <a:endParaRPr lang="en-GB"/>
        </a:p>
      </dgm:t>
    </dgm:pt>
    <dgm:pt modelId="{3990C86F-3504-4B84-9EE7-586F0FBBE1E4}" type="sibTrans" cxnId="{1F2A2AD4-CCAD-45DD-9499-E68C128E07C1}">
      <dgm:prSet/>
      <dgm:spPr/>
      <dgm:t>
        <a:bodyPr/>
        <a:lstStyle/>
        <a:p>
          <a:endParaRPr lang="en-GB"/>
        </a:p>
      </dgm:t>
    </dgm:pt>
    <dgm:pt modelId="{73920540-DC9E-47C7-98F7-1E0BCDCAF43B}">
      <dgm:prSet phldrT="[Text]"/>
      <dgm:spPr/>
      <dgm:t>
        <a:bodyPr/>
        <a:lstStyle/>
        <a:p>
          <a:r>
            <a:rPr lang="en-GB" dirty="0"/>
            <a:t>Muhammad Mujtaba</a:t>
          </a:r>
        </a:p>
      </dgm:t>
    </dgm:pt>
    <dgm:pt modelId="{448AFB10-45DC-4131-920F-0F1ED493D426}" type="parTrans" cxnId="{F91721B4-7909-4C70-8EC0-AFDDF24D35BD}">
      <dgm:prSet/>
      <dgm:spPr/>
      <dgm:t>
        <a:bodyPr/>
        <a:lstStyle/>
        <a:p>
          <a:endParaRPr lang="en-GB"/>
        </a:p>
      </dgm:t>
    </dgm:pt>
    <dgm:pt modelId="{D41A11C2-F2F2-4FFA-87A9-F6097388B31A}" type="sibTrans" cxnId="{F91721B4-7909-4C70-8EC0-AFDDF24D35BD}">
      <dgm:prSet/>
      <dgm:spPr/>
      <dgm:t>
        <a:bodyPr/>
        <a:lstStyle/>
        <a:p>
          <a:endParaRPr lang="en-GB"/>
        </a:p>
      </dgm:t>
    </dgm:pt>
    <dgm:pt modelId="{AF69D456-2260-4BBF-BF54-3777E449DB3F}">
      <dgm:prSet phldrT="[Text]"/>
      <dgm:spPr/>
      <dgm:t>
        <a:bodyPr/>
        <a:lstStyle/>
        <a:p>
          <a:r>
            <a:rPr lang="en-GB" dirty="0"/>
            <a:t>Cell no : 0337-4649777</a:t>
          </a:r>
        </a:p>
      </dgm:t>
    </dgm:pt>
    <dgm:pt modelId="{C1585375-C1C0-4D72-9DC9-93085752E6B7}" type="parTrans" cxnId="{AC2EB636-16EC-4139-B71E-3160219DCD97}">
      <dgm:prSet/>
      <dgm:spPr/>
      <dgm:t>
        <a:bodyPr/>
        <a:lstStyle/>
        <a:p>
          <a:endParaRPr lang="en-GB"/>
        </a:p>
      </dgm:t>
    </dgm:pt>
    <dgm:pt modelId="{0AE391BD-A728-4BAA-8026-EFBF44A4CE4C}" type="sibTrans" cxnId="{AC2EB636-16EC-4139-B71E-3160219DCD97}">
      <dgm:prSet/>
      <dgm:spPr/>
      <dgm:t>
        <a:bodyPr/>
        <a:lstStyle/>
        <a:p>
          <a:endParaRPr lang="en-GB"/>
        </a:p>
      </dgm:t>
    </dgm:pt>
    <dgm:pt modelId="{D935B8FF-00EA-4FE9-BD68-FA371BB3F496}">
      <dgm:prSet phldrT="[Text]"/>
      <dgm:spPr/>
      <dgm:t>
        <a:bodyPr/>
        <a:lstStyle/>
        <a:p>
          <a:r>
            <a:rPr lang="en-GB" dirty="0"/>
            <a:t>Email : mujtaba2508f@aptechgdn.net</a:t>
          </a:r>
        </a:p>
      </dgm:t>
    </dgm:pt>
    <dgm:pt modelId="{4A4BBED3-C288-4B29-B73E-4BB1EE0004E3}" type="parTrans" cxnId="{1C8D0169-0C93-49C2-AB95-C705078D8448}">
      <dgm:prSet/>
      <dgm:spPr/>
      <dgm:t>
        <a:bodyPr/>
        <a:lstStyle/>
        <a:p>
          <a:endParaRPr lang="en-GB"/>
        </a:p>
      </dgm:t>
    </dgm:pt>
    <dgm:pt modelId="{569FB806-D0F0-491E-83E6-64DD76CEAC4B}" type="sibTrans" cxnId="{1C8D0169-0C93-49C2-AB95-C705078D8448}">
      <dgm:prSet/>
      <dgm:spPr/>
      <dgm:t>
        <a:bodyPr/>
        <a:lstStyle/>
        <a:p>
          <a:endParaRPr lang="en-GB"/>
        </a:p>
      </dgm:t>
    </dgm:pt>
    <dgm:pt modelId="{35281AE4-EE42-409C-8224-839830466A3D}" type="pres">
      <dgm:prSet presAssocID="{E16ED16A-9DB6-4DEF-A389-14C5D7A6E5E9}" presName="Name0" presStyleCnt="0">
        <dgm:presLayoutVars>
          <dgm:dir/>
          <dgm:animLvl val="lvl"/>
          <dgm:resizeHandles val="exact"/>
        </dgm:presLayoutVars>
      </dgm:prSet>
      <dgm:spPr/>
    </dgm:pt>
    <dgm:pt modelId="{91A04491-A45D-4B31-A360-6EF1BA11E1AC}" type="pres">
      <dgm:prSet presAssocID="{28AFDD01-9299-4F2C-BEA3-BA934C299C4A}" presName="composite" presStyleCnt="0"/>
      <dgm:spPr/>
    </dgm:pt>
    <dgm:pt modelId="{96651B4F-5FCC-4D78-9CAC-D3C1BDFC9C69}" type="pres">
      <dgm:prSet presAssocID="{28AFDD01-9299-4F2C-BEA3-BA934C299C4A}" presName="parTx" presStyleLbl="alignNode1" presStyleIdx="0" presStyleCnt="3">
        <dgm:presLayoutVars>
          <dgm:chMax val="0"/>
          <dgm:chPref val="0"/>
          <dgm:bulletEnabled val="1"/>
        </dgm:presLayoutVars>
      </dgm:prSet>
      <dgm:spPr/>
    </dgm:pt>
    <dgm:pt modelId="{B7C23585-7AA0-46CD-8B93-4AD144AC22A0}" type="pres">
      <dgm:prSet presAssocID="{28AFDD01-9299-4F2C-BEA3-BA934C299C4A}" presName="desTx" presStyleLbl="alignAccFollowNode1" presStyleIdx="0" presStyleCnt="3">
        <dgm:presLayoutVars>
          <dgm:bulletEnabled val="1"/>
        </dgm:presLayoutVars>
      </dgm:prSet>
      <dgm:spPr/>
    </dgm:pt>
    <dgm:pt modelId="{34571E87-8986-45C7-88B4-EB08F14F6335}" type="pres">
      <dgm:prSet presAssocID="{8B9762F6-F95F-4E77-9ABD-0A9BCB2409DE}" presName="space" presStyleCnt="0"/>
      <dgm:spPr/>
    </dgm:pt>
    <dgm:pt modelId="{2800DACF-3373-41EF-95CD-68D117917A0B}" type="pres">
      <dgm:prSet presAssocID="{00156921-056E-48E7-9FD7-8C8231C4887E}" presName="composite" presStyleCnt="0"/>
      <dgm:spPr/>
    </dgm:pt>
    <dgm:pt modelId="{35AC20B1-8AB9-4400-84C6-595921C0868A}" type="pres">
      <dgm:prSet presAssocID="{00156921-056E-48E7-9FD7-8C8231C4887E}" presName="parTx" presStyleLbl="alignNode1" presStyleIdx="1" presStyleCnt="3">
        <dgm:presLayoutVars>
          <dgm:chMax val="0"/>
          <dgm:chPref val="0"/>
          <dgm:bulletEnabled val="1"/>
        </dgm:presLayoutVars>
      </dgm:prSet>
      <dgm:spPr/>
    </dgm:pt>
    <dgm:pt modelId="{284D2E4B-8F8C-475C-BAB3-4879D1CB29CD}" type="pres">
      <dgm:prSet presAssocID="{00156921-056E-48E7-9FD7-8C8231C4887E}" presName="desTx" presStyleLbl="alignAccFollowNode1" presStyleIdx="1" presStyleCnt="3">
        <dgm:presLayoutVars>
          <dgm:bulletEnabled val="1"/>
        </dgm:presLayoutVars>
      </dgm:prSet>
      <dgm:spPr/>
    </dgm:pt>
    <dgm:pt modelId="{EE983648-0E75-4D2E-B2B1-96FE38757CE9}" type="pres">
      <dgm:prSet presAssocID="{2A9C3385-31AF-41C3-97CF-76304EF745C4}" presName="space" presStyleCnt="0"/>
      <dgm:spPr/>
    </dgm:pt>
    <dgm:pt modelId="{7BAE0F18-8F80-4929-9800-CA44CAF771E1}" type="pres">
      <dgm:prSet presAssocID="{73920540-DC9E-47C7-98F7-1E0BCDCAF43B}" presName="composite" presStyleCnt="0"/>
      <dgm:spPr/>
    </dgm:pt>
    <dgm:pt modelId="{33B70E73-9335-472C-A882-5C5248712927}" type="pres">
      <dgm:prSet presAssocID="{73920540-DC9E-47C7-98F7-1E0BCDCAF43B}" presName="parTx" presStyleLbl="alignNode1" presStyleIdx="2" presStyleCnt="3">
        <dgm:presLayoutVars>
          <dgm:chMax val="0"/>
          <dgm:chPref val="0"/>
          <dgm:bulletEnabled val="1"/>
        </dgm:presLayoutVars>
      </dgm:prSet>
      <dgm:spPr/>
    </dgm:pt>
    <dgm:pt modelId="{737A5C08-124B-4363-B153-14190AEB2405}" type="pres">
      <dgm:prSet presAssocID="{73920540-DC9E-47C7-98F7-1E0BCDCAF43B}" presName="desTx" presStyleLbl="alignAccFollowNode1" presStyleIdx="2" presStyleCnt="3">
        <dgm:presLayoutVars>
          <dgm:bulletEnabled val="1"/>
        </dgm:presLayoutVars>
      </dgm:prSet>
      <dgm:spPr/>
    </dgm:pt>
  </dgm:ptLst>
  <dgm:cxnLst>
    <dgm:cxn modelId="{207A9310-165D-4FCC-A039-459BA4E934C6}" type="presOf" srcId="{FC1B1A47-A4DA-4960-BBDF-8701106B56BD}" destId="{B7C23585-7AA0-46CD-8B93-4AD144AC22A0}" srcOrd="0" destOrd="1" presId="urn:microsoft.com/office/officeart/2005/8/layout/hList1"/>
    <dgm:cxn modelId="{8093BD19-B66E-4D55-8DC2-C20E1CF3AACF}" type="presOf" srcId="{E16ED16A-9DB6-4DEF-A389-14C5D7A6E5E9}" destId="{35281AE4-EE42-409C-8224-839830466A3D}" srcOrd="0" destOrd="0" presId="urn:microsoft.com/office/officeart/2005/8/layout/hList1"/>
    <dgm:cxn modelId="{96901F24-918B-425A-BE2E-DB310CFA956E}" type="presOf" srcId="{00156921-056E-48E7-9FD7-8C8231C4887E}" destId="{35AC20B1-8AB9-4400-84C6-595921C0868A}" srcOrd="0" destOrd="0" presId="urn:microsoft.com/office/officeart/2005/8/layout/hList1"/>
    <dgm:cxn modelId="{AC2EB636-16EC-4139-B71E-3160219DCD97}" srcId="{73920540-DC9E-47C7-98F7-1E0BCDCAF43B}" destId="{AF69D456-2260-4BBF-BF54-3777E449DB3F}" srcOrd="0" destOrd="0" parTransId="{C1585375-C1C0-4D72-9DC9-93085752E6B7}" sibTransId="{0AE391BD-A728-4BAA-8026-EFBF44A4CE4C}"/>
    <dgm:cxn modelId="{1C8D0169-0C93-49C2-AB95-C705078D8448}" srcId="{73920540-DC9E-47C7-98F7-1E0BCDCAF43B}" destId="{D935B8FF-00EA-4FE9-BD68-FA371BB3F496}" srcOrd="1" destOrd="0" parTransId="{4A4BBED3-C288-4B29-B73E-4BB1EE0004E3}" sibTransId="{569FB806-D0F0-491E-83E6-64DD76CEAC4B}"/>
    <dgm:cxn modelId="{2619D96A-C38B-411A-B599-609ED8AC77A4}" type="presOf" srcId="{1B08915E-0702-4D38-88F3-3C83744639DD}" destId="{284D2E4B-8F8C-475C-BAB3-4879D1CB29CD}" srcOrd="0" destOrd="0" presId="urn:microsoft.com/office/officeart/2005/8/layout/hList1"/>
    <dgm:cxn modelId="{04394A4E-0DB5-430A-B851-1AF7E7A38259}" type="presOf" srcId="{D935B8FF-00EA-4FE9-BD68-FA371BB3F496}" destId="{737A5C08-124B-4363-B153-14190AEB2405}" srcOrd="0" destOrd="1" presId="urn:microsoft.com/office/officeart/2005/8/layout/hList1"/>
    <dgm:cxn modelId="{5C129670-821C-4AD8-95D3-0AE6970DE4B2}" type="presOf" srcId="{28AFDD01-9299-4F2C-BEA3-BA934C299C4A}" destId="{96651B4F-5FCC-4D78-9CAC-D3C1BDFC9C69}" srcOrd="0" destOrd="0" presId="urn:microsoft.com/office/officeart/2005/8/layout/hList1"/>
    <dgm:cxn modelId="{DF32A571-8443-40D9-81EB-BFB6973EB932}" type="presOf" srcId="{AF69D456-2260-4BBF-BF54-3777E449DB3F}" destId="{737A5C08-124B-4363-B153-14190AEB2405}" srcOrd="0" destOrd="0" presId="urn:microsoft.com/office/officeart/2005/8/layout/hList1"/>
    <dgm:cxn modelId="{F25E008A-2C31-47A5-BE6D-9E6890ECFF47}" srcId="{00156921-056E-48E7-9FD7-8C8231C4887E}" destId="{1B08915E-0702-4D38-88F3-3C83744639DD}" srcOrd="0" destOrd="0" parTransId="{C9266359-B43F-4BB2-978A-6D6D1540938E}" sibTransId="{3AFBC718-6E06-4FB4-A3C5-2490A2CC1BCD}"/>
    <dgm:cxn modelId="{3C2F5A8C-EE59-4AFC-9B1C-AC4A4FCF8AF8}" srcId="{E16ED16A-9DB6-4DEF-A389-14C5D7A6E5E9}" destId="{00156921-056E-48E7-9FD7-8C8231C4887E}" srcOrd="1" destOrd="0" parTransId="{93738214-3DDC-4DAB-875D-23EF2C8A02DD}" sibTransId="{2A9C3385-31AF-41C3-97CF-76304EF745C4}"/>
    <dgm:cxn modelId="{B11841A5-7C82-4880-B411-23BB55517098}" type="presOf" srcId="{73920540-DC9E-47C7-98F7-1E0BCDCAF43B}" destId="{33B70E73-9335-472C-A882-5C5248712927}" srcOrd="0" destOrd="0" presId="urn:microsoft.com/office/officeart/2005/8/layout/hList1"/>
    <dgm:cxn modelId="{8A757CA5-FDA0-43BD-9CC6-FE113A149F4C}" type="presOf" srcId="{870DDBAB-8DEE-47F8-89E4-E8CE9F11A763}" destId="{284D2E4B-8F8C-475C-BAB3-4879D1CB29CD}" srcOrd="0" destOrd="1" presId="urn:microsoft.com/office/officeart/2005/8/layout/hList1"/>
    <dgm:cxn modelId="{F91721B4-7909-4C70-8EC0-AFDDF24D35BD}" srcId="{E16ED16A-9DB6-4DEF-A389-14C5D7A6E5E9}" destId="{73920540-DC9E-47C7-98F7-1E0BCDCAF43B}" srcOrd="2" destOrd="0" parTransId="{448AFB10-45DC-4131-920F-0F1ED493D426}" sibTransId="{D41A11C2-F2F2-4FFA-87A9-F6097388B31A}"/>
    <dgm:cxn modelId="{B237A8C2-F148-4A90-9B4B-1B936B691D3B}" srcId="{28AFDD01-9299-4F2C-BEA3-BA934C299C4A}" destId="{FC1B1A47-A4DA-4960-BBDF-8701106B56BD}" srcOrd="1" destOrd="0" parTransId="{07B77684-C2A3-45B3-BAF0-2A782B315B17}" sibTransId="{2E864345-8A4A-464A-A6AD-20A5FABF8EA4}"/>
    <dgm:cxn modelId="{78B6DECC-1B61-4823-AC48-7459C9010FA1}" srcId="{28AFDD01-9299-4F2C-BEA3-BA934C299C4A}" destId="{EC0CE1B1-6382-4133-A135-239BB1AD6BE2}" srcOrd="0" destOrd="0" parTransId="{ACCBF111-EABA-4407-B7D9-0A51BEFBEDD2}" sibTransId="{B609AAC4-422F-48A1-A6CD-8807E3FFED66}"/>
    <dgm:cxn modelId="{1F2A2AD4-CCAD-45DD-9499-E68C128E07C1}" srcId="{00156921-056E-48E7-9FD7-8C8231C4887E}" destId="{870DDBAB-8DEE-47F8-89E4-E8CE9F11A763}" srcOrd="1" destOrd="0" parTransId="{E32FC28D-C027-4758-8417-7C6C01BE821B}" sibTransId="{3990C86F-3504-4B84-9EE7-586F0FBBE1E4}"/>
    <dgm:cxn modelId="{B85826D5-7388-4101-9D0A-7FA26681B606}" srcId="{E16ED16A-9DB6-4DEF-A389-14C5D7A6E5E9}" destId="{28AFDD01-9299-4F2C-BEA3-BA934C299C4A}" srcOrd="0" destOrd="0" parTransId="{7AC45470-86BC-4045-A5F3-B375915CF01D}" sibTransId="{8B9762F6-F95F-4E77-9ABD-0A9BCB2409DE}"/>
    <dgm:cxn modelId="{7B7E78E1-DDAB-4D31-AE48-C6AC07AD0129}" type="presOf" srcId="{EC0CE1B1-6382-4133-A135-239BB1AD6BE2}" destId="{B7C23585-7AA0-46CD-8B93-4AD144AC22A0}" srcOrd="0" destOrd="0" presId="urn:microsoft.com/office/officeart/2005/8/layout/hList1"/>
    <dgm:cxn modelId="{7EC2CAB6-FE5F-43CA-805F-0F44C11EC78A}" type="presParOf" srcId="{35281AE4-EE42-409C-8224-839830466A3D}" destId="{91A04491-A45D-4B31-A360-6EF1BA11E1AC}" srcOrd="0" destOrd="0" presId="urn:microsoft.com/office/officeart/2005/8/layout/hList1"/>
    <dgm:cxn modelId="{05E178B5-6F74-40E3-AAA1-3BE74AE866EC}" type="presParOf" srcId="{91A04491-A45D-4B31-A360-6EF1BA11E1AC}" destId="{96651B4F-5FCC-4D78-9CAC-D3C1BDFC9C69}" srcOrd="0" destOrd="0" presId="urn:microsoft.com/office/officeart/2005/8/layout/hList1"/>
    <dgm:cxn modelId="{2D956732-BC0B-4673-973C-D678AE83480A}" type="presParOf" srcId="{91A04491-A45D-4B31-A360-6EF1BA11E1AC}" destId="{B7C23585-7AA0-46CD-8B93-4AD144AC22A0}" srcOrd="1" destOrd="0" presId="urn:microsoft.com/office/officeart/2005/8/layout/hList1"/>
    <dgm:cxn modelId="{7C872B5A-03C8-42FF-A1C6-BCED30FC1780}" type="presParOf" srcId="{35281AE4-EE42-409C-8224-839830466A3D}" destId="{34571E87-8986-45C7-88B4-EB08F14F6335}" srcOrd="1" destOrd="0" presId="urn:microsoft.com/office/officeart/2005/8/layout/hList1"/>
    <dgm:cxn modelId="{91B15701-19E6-4710-BA2F-3FCEAC537EA2}" type="presParOf" srcId="{35281AE4-EE42-409C-8224-839830466A3D}" destId="{2800DACF-3373-41EF-95CD-68D117917A0B}" srcOrd="2" destOrd="0" presId="urn:microsoft.com/office/officeart/2005/8/layout/hList1"/>
    <dgm:cxn modelId="{94F719BF-02A9-44A6-A2A6-108E6CCCFE0E}" type="presParOf" srcId="{2800DACF-3373-41EF-95CD-68D117917A0B}" destId="{35AC20B1-8AB9-4400-84C6-595921C0868A}" srcOrd="0" destOrd="0" presId="urn:microsoft.com/office/officeart/2005/8/layout/hList1"/>
    <dgm:cxn modelId="{960C4E77-2A7E-4841-BBA6-77659200DC1E}" type="presParOf" srcId="{2800DACF-3373-41EF-95CD-68D117917A0B}" destId="{284D2E4B-8F8C-475C-BAB3-4879D1CB29CD}" srcOrd="1" destOrd="0" presId="urn:microsoft.com/office/officeart/2005/8/layout/hList1"/>
    <dgm:cxn modelId="{4E8D2ECA-BB38-463B-8E04-7E7CD9F74BAB}" type="presParOf" srcId="{35281AE4-EE42-409C-8224-839830466A3D}" destId="{EE983648-0E75-4D2E-B2B1-96FE38757CE9}" srcOrd="3" destOrd="0" presId="urn:microsoft.com/office/officeart/2005/8/layout/hList1"/>
    <dgm:cxn modelId="{A627372F-AB15-46A4-A9D8-23577D4398F8}" type="presParOf" srcId="{35281AE4-EE42-409C-8224-839830466A3D}" destId="{7BAE0F18-8F80-4929-9800-CA44CAF771E1}" srcOrd="4" destOrd="0" presId="urn:microsoft.com/office/officeart/2005/8/layout/hList1"/>
    <dgm:cxn modelId="{18F5BB58-5DC6-4510-BA74-3A31B1CA4D4F}" type="presParOf" srcId="{7BAE0F18-8F80-4929-9800-CA44CAF771E1}" destId="{33B70E73-9335-472C-A882-5C5248712927}" srcOrd="0" destOrd="0" presId="urn:microsoft.com/office/officeart/2005/8/layout/hList1"/>
    <dgm:cxn modelId="{8EBED379-4C65-4604-999A-BC997EB28448}" type="presParOf" srcId="{7BAE0F18-8F80-4929-9800-CA44CAF771E1}" destId="{737A5C08-124B-4363-B153-14190AEB240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1012F8-9549-4131-821C-3B9882C3D006}"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GB"/>
        </a:p>
      </dgm:t>
    </dgm:pt>
    <dgm:pt modelId="{25E6FF93-40F2-47A2-B7D6-6431D48E82D5}">
      <dgm:prSet phldrT="[Text]"/>
      <dgm:spPr/>
      <dgm:t>
        <a:bodyPr/>
        <a:lstStyle/>
        <a:p>
          <a:r>
            <a:rPr lang="en-GB" dirty="0"/>
            <a:t>HTML 5</a:t>
          </a:r>
        </a:p>
      </dgm:t>
    </dgm:pt>
    <dgm:pt modelId="{42D869E7-E79C-4D2A-BA65-CF71B43006B0}" type="parTrans" cxnId="{5FB70EAE-EDA3-4D11-9930-1C968CFA87AB}">
      <dgm:prSet/>
      <dgm:spPr/>
      <dgm:t>
        <a:bodyPr/>
        <a:lstStyle/>
        <a:p>
          <a:endParaRPr lang="en-GB"/>
        </a:p>
      </dgm:t>
    </dgm:pt>
    <dgm:pt modelId="{53A1B640-9634-46D8-885A-98B2232A5047}" type="sibTrans" cxnId="{5FB70EAE-EDA3-4D11-9930-1C968CFA87AB}">
      <dgm:prSet/>
      <dgm:spPr/>
      <dgm:t>
        <a:bodyPr/>
        <a:lstStyle/>
        <a:p>
          <a:endParaRPr lang="en-GB"/>
        </a:p>
      </dgm:t>
    </dgm:pt>
    <dgm:pt modelId="{83EAC336-979A-421D-A1B6-FF6A45B21BC4}">
      <dgm:prSet phldrT="[Text]"/>
      <dgm:spPr/>
      <dgm:t>
        <a:bodyPr/>
        <a:lstStyle/>
        <a:p>
          <a:r>
            <a:rPr lang="en-GB" dirty="0"/>
            <a:t>For Structure and Content Layout.</a:t>
          </a:r>
        </a:p>
      </dgm:t>
    </dgm:pt>
    <dgm:pt modelId="{5B5F0DC5-7B94-47D6-AF21-087BF20317FD}" type="parTrans" cxnId="{3D518B9F-35BB-42F4-A7CA-C3A5D390663C}">
      <dgm:prSet/>
      <dgm:spPr/>
      <dgm:t>
        <a:bodyPr/>
        <a:lstStyle/>
        <a:p>
          <a:endParaRPr lang="en-GB"/>
        </a:p>
      </dgm:t>
    </dgm:pt>
    <dgm:pt modelId="{A4F9DB6F-7F4A-40F2-A00A-FE85B1C22627}" type="sibTrans" cxnId="{3D518B9F-35BB-42F4-A7CA-C3A5D390663C}">
      <dgm:prSet/>
      <dgm:spPr/>
      <dgm:t>
        <a:bodyPr/>
        <a:lstStyle/>
        <a:p>
          <a:endParaRPr lang="en-GB"/>
        </a:p>
      </dgm:t>
    </dgm:pt>
    <dgm:pt modelId="{7224AB9A-501F-4A16-81B0-6B90F9CE1CAF}">
      <dgm:prSet phldrT="[Text]"/>
      <dgm:spPr/>
      <dgm:t>
        <a:bodyPr/>
        <a:lstStyle/>
        <a:p>
          <a:r>
            <a:rPr lang="en-GB" dirty="0"/>
            <a:t>CSS 3</a:t>
          </a:r>
        </a:p>
      </dgm:t>
    </dgm:pt>
    <dgm:pt modelId="{3343FC98-C8F5-4236-98EF-05B13ACB812C}" type="parTrans" cxnId="{FA8E9448-1033-47EC-9462-4988EEFD963E}">
      <dgm:prSet/>
      <dgm:spPr/>
      <dgm:t>
        <a:bodyPr/>
        <a:lstStyle/>
        <a:p>
          <a:endParaRPr lang="en-GB"/>
        </a:p>
      </dgm:t>
    </dgm:pt>
    <dgm:pt modelId="{8EC92420-A57D-40C6-A2E1-E519493CBCA1}" type="sibTrans" cxnId="{FA8E9448-1033-47EC-9462-4988EEFD963E}">
      <dgm:prSet/>
      <dgm:spPr/>
      <dgm:t>
        <a:bodyPr/>
        <a:lstStyle/>
        <a:p>
          <a:endParaRPr lang="en-GB"/>
        </a:p>
      </dgm:t>
    </dgm:pt>
    <dgm:pt modelId="{CC77C4E7-1243-4456-8969-DF4E7D8DC5B1}">
      <dgm:prSet phldrT="[Text]"/>
      <dgm:spPr/>
      <dgm:t>
        <a:bodyPr/>
        <a:lstStyle/>
        <a:p>
          <a:r>
            <a:rPr lang="en-GB" dirty="0"/>
            <a:t>For Styling, Animation and Visual Design.</a:t>
          </a:r>
        </a:p>
      </dgm:t>
    </dgm:pt>
    <dgm:pt modelId="{32AEDD4D-2FAD-41C6-B56E-4D874D68FA8D}" type="parTrans" cxnId="{A60FD953-A30F-4CC0-8A4B-747065F0D89C}">
      <dgm:prSet/>
      <dgm:spPr/>
      <dgm:t>
        <a:bodyPr/>
        <a:lstStyle/>
        <a:p>
          <a:endParaRPr lang="en-GB"/>
        </a:p>
      </dgm:t>
    </dgm:pt>
    <dgm:pt modelId="{80B4E29D-5E0B-4796-9DDB-DDF10AED802B}" type="sibTrans" cxnId="{A60FD953-A30F-4CC0-8A4B-747065F0D89C}">
      <dgm:prSet/>
      <dgm:spPr/>
      <dgm:t>
        <a:bodyPr/>
        <a:lstStyle/>
        <a:p>
          <a:endParaRPr lang="en-GB"/>
        </a:p>
      </dgm:t>
    </dgm:pt>
    <dgm:pt modelId="{55A19A66-BDFF-45D7-A902-788C537CF455}">
      <dgm:prSet phldrT="[Text]"/>
      <dgm:spPr/>
      <dgm:t>
        <a:bodyPr/>
        <a:lstStyle/>
        <a:p>
          <a:r>
            <a:rPr lang="en-GB" dirty="0"/>
            <a:t>VS CODE</a:t>
          </a:r>
        </a:p>
      </dgm:t>
    </dgm:pt>
    <dgm:pt modelId="{9DC267E2-FB4E-41CE-A2DA-2D4D53F53217}" type="parTrans" cxnId="{C2670AF5-D29A-4CD9-842E-92E948D0A289}">
      <dgm:prSet/>
      <dgm:spPr/>
      <dgm:t>
        <a:bodyPr/>
        <a:lstStyle/>
        <a:p>
          <a:endParaRPr lang="en-GB"/>
        </a:p>
      </dgm:t>
    </dgm:pt>
    <dgm:pt modelId="{C8B9A1F9-9BB7-4428-88DF-8B7FEDEAE953}" type="sibTrans" cxnId="{C2670AF5-D29A-4CD9-842E-92E948D0A289}">
      <dgm:prSet/>
      <dgm:spPr/>
      <dgm:t>
        <a:bodyPr/>
        <a:lstStyle/>
        <a:p>
          <a:endParaRPr lang="en-GB"/>
        </a:p>
      </dgm:t>
    </dgm:pt>
    <dgm:pt modelId="{2D6B2A97-BD53-4833-BE9A-B0C0EEBE0C38}">
      <dgm:prSet phldrT="[Text]"/>
      <dgm:spPr/>
      <dgm:t>
        <a:bodyPr/>
        <a:lstStyle/>
        <a:p>
          <a:r>
            <a:rPr lang="en-GB" dirty="0"/>
            <a:t>The Development Environment.</a:t>
          </a:r>
        </a:p>
      </dgm:t>
    </dgm:pt>
    <dgm:pt modelId="{2F73D9C5-A07D-4DAE-9682-08699D7C5FB5}" type="parTrans" cxnId="{890E7BB5-11D6-4B60-82ED-59409C767FD1}">
      <dgm:prSet/>
      <dgm:spPr/>
      <dgm:t>
        <a:bodyPr/>
        <a:lstStyle/>
        <a:p>
          <a:endParaRPr lang="en-GB"/>
        </a:p>
      </dgm:t>
    </dgm:pt>
    <dgm:pt modelId="{4C600CDA-062D-4E30-8618-036E8590D3B9}" type="sibTrans" cxnId="{890E7BB5-11D6-4B60-82ED-59409C767FD1}">
      <dgm:prSet/>
      <dgm:spPr/>
      <dgm:t>
        <a:bodyPr/>
        <a:lstStyle/>
        <a:p>
          <a:endParaRPr lang="en-GB"/>
        </a:p>
      </dgm:t>
    </dgm:pt>
    <dgm:pt modelId="{CD3F8091-8313-42E2-A681-9B561B7EB530}">
      <dgm:prSet phldrT="[Text]"/>
      <dgm:spPr/>
      <dgm:t>
        <a:bodyPr/>
        <a:lstStyle/>
        <a:p>
          <a:r>
            <a:rPr lang="en-GB" dirty="0"/>
            <a:t>BOOTSTRAP 5</a:t>
          </a:r>
        </a:p>
      </dgm:t>
    </dgm:pt>
    <dgm:pt modelId="{5841CE99-8AD7-4B62-B5F6-3EE704F1E1DB}" type="parTrans" cxnId="{EE4A5119-4FE9-42A7-8084-A7C733BC4777}">
      <dgm:prSet/>
      <dgm:spPr/>
      <dgm:t>
        <a:bodyPr/>
        <a:lstStyle/>
        <a:p>
          <a:endParaRPr lang="en-GB"/>
        </a:p>
      </dgm:t>
    </dgm:pt>
    <dgm:pt modelId="{63BB209C-8810-443E-9F80-068090C0B30B}" type="sibTrans" cxnId="{EE4A5119-4FE9-42A7-8084-A7C733BC4777}">
      <dgm:prSet/>
      <dgm:spPr/>
      <dgm:t>
        <a:bodyPr/>
        <a:lstStyle/>
        <a:p>
          <a:endParaRPr lang="en-GB"/>
        </a:p>
      </dgm:t>
    </dgm:pt>
    <dgm:pt modelId="{2DC1DD72-272C-4DE6-AD5A-F7BCB744538A}">
      <dgm:prSet/>
      <dgm:spPr/>
      <dgm:t>
        <a:bodyPr/>
        <a:lstStyle/>
        <a:p>
          <a:r>
            <a:rPr lang="en-GB" dirty="0"/>
            <a:t>For Responsive Grid Layout.</a:t>
          </a:r>
        </a:p>
      </dgm:t>
    </dgm:pt>
    <dgm:pt modelId="{24F60B4D-35D4-4641-847B-DA0A29434FB8}" type="sibTrans" cxnId="{2A65B0C4-F9E4-4756-BA42-9002770FC806}">
      <dgm:prSet/>
      <dgm:spPr/>
      <dgm:t>
        <a:bodyPr/>
        <a:lstStyle/>
        <a:p>
          <a:endParaRPr lang="en-GB"/>
        </a:p>
      </dgm:t>
    </dgm:pt>
    <dgm:pt modelId="{DC27926E-2C54-4691-A3AF-3DEB3CA5C3BA}" type="parTrans" cxnId="{2A65B0C4-F9E4-4756-BA42-9002770FC806}">
      <dgm:prSet/>
      <dgm:spPr/>
      <dgm:t>
        <a:bodyPr/>
        <a:lstStyle/>
        <a:p>
          <a:endParaRPr lang="en-GB"/>
        </a:p>
      </dgm:t>
    </dgm:pt>
    <dgm:pt modelId="{8263395C-0D08-4F9D-B159-33E556AA2FAE}" type="pres">
      <dgm:prSet presAssocID="{B41012F8-9549-4131-821C-3B9882C3D006}" presName="linear" presStyleCnt="0">
        <dgm:presLayoutVars>
          <dgm:dir/>
          <dgm:resizeHandles val="exact"/>
        </dgm:presLayoutVars>
      </dgm:prSet>
      <dgm:spPr/>
    </dgm:pt>
    <dgm:pt modelId="{74845FBA-ADF9-472B-B69A-95A05E6568B5}" type="pres">
      <dgm:prSet presAssocID="{25E6FF93-40F2-47A2-B7D6-6431D48E82D5}" presName="comp" presStyleCnt="0"/>
      <dgm:spPr/>
    </dgm:pt>
    <dgm:pt modelId="{25582128-631B-4FA8-8E51-EA583377C915}" type="pres">
      <dgm:prSet presAssocID="{25E6FF93-40F2-47A2-B7D6-6431D48E82D5}" presName="box" presStyleLbl="node1" presStyleIdx="0" presStyleCnt="4"/>
      <dgm:spPr/>
    </dgm:pt>
    <dgm:pt modelId="{51605E09-015A-4D51-8552-EA2159F6A45D}" type="pres">
      <dgm:prSet presAssocID="{25E6FF93-40F2-47A2-B7D6-6431D48E82D5}" presName="img" presStyleLbl="f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t="-54000" b="-54000"/>
          </a:stretch>
        </a:blipFill>
      </dgm:spPr>
      <dgm:extLst>
        <a:ext uri="{E40237B7-FDA0-4F09-8148-C483321AD2D9}">
          <dgm14:cNvPr xmlns:dgm14="http://schemas.microsoft.com/office/drawing/2010/diagram" id="0" name="" descr="Web design with solid fill"/>
        </a:ext>
      </dgm:extLst>
    </dgm:pt>
    <dgm:pt modelId="{794D746B-6587-426B-B508-A40E02FFD6A0}" type="pres">
      <dgm:prSet presAssocID="{25E6FF93-40F2-47A2-B7D6-6431D48E82D5}" presName="text" presStyleLbl="node1" presStyleIdx="0" presStyleCnt="4">
        <dgm:presLayoutVars>
          <dgm:bulletEnabled val="1"/>
        </dgm:presLayoutVars>
      </dgm:prSet>
      <dgm:spPr/>
    </dgm:pt>
    <dgm:pt modelId="{2A8C6EFF-72F5-4590-BF98-E00FBA1ED863}" type="pres">
      <dgm:prSet presAssocID="{53A1B640-9634-46D8-885A-98B2232A5047}" presName="spacer" presStyleCnt="0"/>
      <dgm:spPr/>
    </dgm:pt>
    <dgm:pt modelId="{43EE6F61-C1A9-41CC-8F30-346816377BF1}" type="pres">
      <dgm:prSet presAssocID="{7224AB9A-501F-4A16-81B0-6B90F9CE1CAF}" presName="comp" presStyleCnt="0"/>
      <dgm:spPr/>
    </dgm:pt>
    <dgm:pt modelId="{208BA043-CCC1-4A91-9086-1588000387D3}" type="pres">
      <dgm:prSet presAssocID="{7224AB9A-501F-4A16-81B0-6B90F9CE1CAF}" presName="box" presStyleLbl="node1" presStyleIdx="1" presStyleCnt="4"/>
      <dgm:spPr/>
    </dgm:pt>
    <dgm:pt modelId="{4E80575B-3DFC-424A-901F-23AA5AB64105}" type="pres">
      <dgm:prSet presAssocID="{7224AB9A-501F-4A16-81B0-6B90F9CE1CAF}" presName="img" presStyleLbl="f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t="-48000" b="-48000"/>
          </a:stretch>
        </a:blipFill>
      </dgm:spPr>
      <dgm:extLst>
        <a:ext uri="{E40237B7-FDA0-4F09-8148-C483321AD2D9}">
          <dgm14:cNvPr xmlns:dgm14="http://schemas.microsoft.com/office/drawing/2010/diagram" id="0" name="" descr="Binary with solid fill"/>
        </a:ext>
      </dgm:extLst>
    </dgm:pt>
    <dgm:pt modelId="{F99605C0-840B-4B69-9A71-353D1DFB59CF}" type="pres">
      <dgm:prSet presAssocID="{7224AB9A-501F-4A16-81B0-6B90F9CE1CAF}" presName="text" presStyleLbl="node1" presStyleIdx="1" presStyleCnt="4">
        <dgm:presLayoutVars>
          <dgm:bulletEnabled val="1"/>
        </dgm:presLayoutVars>
      </dgm:prSet>
      <dgm:spPr/>
    </dgm:pt>
    <dgm:pt modelId="{2AE5AFFA-2F37-48C1-B1EF-2421056F7AB2}" type="pres">
      <dgm:prSet presAssocID="{8EC92420-A57D-40C6-A2E1-E519493CBCA1}" presName="spacer" presStyleCnt="0"/>
      <dgm:spPr/>
    </dgm:pt>
    <dgm:pt modelId="{4124A112-C891-4D92-B022-267DD18F7AAF}" type="pres">
      <dgm:prSet presAssocID="{55A19A66-BDFF-45D7-A902-788C537CF455}" presName="comp" presStyleCnt="0"/>
      <dgm:spPr/>
    </dgm:pt>
    <dgm:pt modelId="{13270A14-80F6-4398-BDA8-1DE4C8379C22}" type="pres">
      <dgm:prSet presAssocID="{55A19A66-BDFF-45D7-A902-788C537CF455}" presName="box" presStyleLbl="node1" presStyleIdx="2" presStyleCnt="4"/>
      <dgm:spPr/>
    </dgm:pt>
    <dgm:pt modelId="{9679DDA9-5B2C-4162-B276-CB4782781EC9}" type="pres">
      <dgm:prSet presAssocID="{55A19A66-BDFF-45D7-A902-788C537CF455}" presName="img" presStyleLbl="fgImgPlace1" presStyleIdx="2"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t="-48000" b="-48000"/>
          </a:stretch>
        </a:blipFill>
      </dgm:spPr>
      <dgm:extLst>
        <a:ext uri="{E40237B7-FDA0-4F09-8148-C483321AD2D9}">
          <dgm14:cNvPr xmlns:dgm14="http://schemas.microsoft.com/office/drawing/2010/diagram" id="0" name="" descr="Web design with solid fill"/>
        </a:ext>
      </dgm:extLst>
    </dgm:pt>
    <dgm:pt modelId="{0EA6BF5C-C52A-42E8-ACCE-544B15AA6409}" type="pres">
      <dgm:prSet presAssocID="{55A19A66-BDFF-45D7-A902-788C537CF455}" presName="text" presStyleLbl="node1" presStyleIdx="2" presStyleCnt="4">
        <dgm:presLayoutVars>
          <dgm:bulletEnabled val="1"/>
        </dgm:presLayoutVars>
      </dgm:prSet>
      <dgm:spPr/>
    </dgm:pt>
    <dgm:pt modelId="{E7EDF84F-B5CF-418E-A752-B7B22A668987}" type="pres">
      <dgm:prSet presAssocID="{C8B9A1F9-9BB7-4428-88DF-8B7FEDEAE953}" presName="spacer" presStyleCnt="0"/>
      <dgm:spPr/>
    </dgm:pt>
    <dgm:pt modelId="{D99ECA31-150B-4D7F-A001-294572686D01}" type="pres">
      <dgm:prSet presAssocID="{CD3F8091-8313-42E2-A681-9B561B7EB530}" presName="comp" presStyleCnt="0"/>
      <dgm:spPr/>
    </dgm:pt>
    <dgm:pt modelId="{350F5D5F-544D-459B-90F3-94DDEDB77E77}" type="pres">
      <dgm:prSet presAssocID="{CD3F8091-8313-42E2-A681-9B561B7EB530}" presName="box" presStyleLbl="node1" presStyleIdx="3" presStyleCnt="4"/>
      <dgm:spPr/>
    </dgm:pt>
    <dgm:pt modelId="{5F6924F0-0804-424D-BE51-952E6F910448}" type="pres">
      <dgm:prSet presAssocID="{CD3F8091-8313-42E2-A681-9B561B7EB530}" presName="img" presStyleLbl="fgImgPlace1" presStyleIdx="3"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t="-48000" b="-48000"/>
          </a:stretch>
        </a:blipFill>
      </dgm:spPr>
      <dgm:extLst>
        <a:ext uri="{E40237B7-FDA0-4F09-8148-C483321AD2D9}">
          <dgm14:cNvPr xmlns:dgm14="http://schemas.microsoft.com/office/drawing/2010/diagram" id="0" name="" descr="Web design with solid fill"/>
        </a:ext>
      </dgm:extLst>
    </dgm:pt>
    <dgm:pt modelId="{02733877-A7C4-4AED-A1FF-D9BA453FB173}" type="pres">
      <dgm:prSet presAssocID="{CD3F8091-8313-42E2-A681-9B561B7EB530}" presName="text" presStyleLbl="node1" presStyleIdx="3" presStyleCnt="4">
        <dgm:presLayoutVars>
          <dgm:bulletEnabled val="1"/>
        </dgm:presLayoutVars>
      </dgm:prSet>
      <dgm:spPr/>
    </dgm:pt>
  </dgm:ptLst>
  <dgm:cxnLst>
    <dgm:cxn modelId="{1DEF4E07-341F-42F8-9E4A-5D5413BA6057}" type="presOf" srcId="{55A19A66-BDFF-45D7-A902-788C537CF455}" destId="{13270A14-80F6-4398-BDA8-1DE4C8379C22}" srcOrd="0" destOrd="0" presId="urn:microsoft.com/office/officeart/2005/8/layout/vList4"/>
    <dgm:cxn modelId="{7620FD12-00C1-47DD-A621-C39FAD18A2F6}" type="presOf" srcId="{B41012F8-9549-4131-821C-3B9882C3D006}" destId="{8263395C-0D08-4F9D-B159-33E556AA2FAE}" srcOrd="0" destOrd="0" presId="urn:microsoft.com/office/officeart/2005/8/layout/vList4"/>
    <dgm:cxn modelId="{EE4A5119-4FE9-42A7-8084-A7C733BC4777}" srcId="{B41012F8-9549-4131-821C-3B9882C3D006}" destId="{CD3F8091-8313-42E2-A681-9B561B7EB530}" srcOrd="3" destOrd="0" parTransId="{5841CE99-8AD7-4B62-B5F6-3EE704F1E1DB}" sibTransId="{63BB209C-8810-443E-9F80-068090C0B30B}"/>
    <dgm:cxn modelId="{C0324238-017A-421D-9D65-7BB00D3746F4}" type="presOf" srcId="{83EAC336-979A-421D-A1B6-FF6A45B21BC4}" destId="{25582128-631B-4FA8-8E51-EA583377C915}" srcOrd="0" destOrd="1" presId="urn:microsoft.com/office/officeart/2005/8/layout/vList4"/>
    <dgm:cxn modelId="{87179639-1D39-45FF-BC08-5CBAEFBB041C}" type="presOf" srcId="{25E6FF93-40F2-47A2-B7D6-6431D48E82D5}" destId="{25582128-631B-4FA8-8E51-EA583377C915}" srcOrd="0" destOrd="0" presId="urn:microsoft.com/office/officeart/2005/8/layout/vList4"/>
    <dgm:cxn modelId="{3713CB3A-D376-466C-903F-0665D02F05ED}" type="presOf" srcId="{CC77C4E7-1243-4456-8969-DF4E7D8DC5B1}" destId="{208BA043-CCC1-4A91-9086-1588000387D3}" srcOrd="0" destOrd="1" presId="urn:microsoft.com/office/officeart/2005/8/layout/vList4"/>
    <dgm:cxn modelId="{FA8E9448-1033-47EC-9462-4988EEFD963E}" srcId="{B41012F8-9549-4131-821C-3B9882C3D006}" destId="{7224AB9A-501F-4A16-81B0-6B90F9CE1CAF}" srcOrd="1" destOrd="0" parTransId="{3343FC98-C8F5-4236-98EF-05B13ACB812C}" sibTransId="{8EC92420-A57D-40C6-A2E1-E519493CBCA1}"/>
    <dgm:cxn modelId="{A60FD953-A30F-4CC0-8A4B-747065F0D89C}" srcId="{7224AB9A-501F-4A16-81B0-6B90F9CE1CAF}" destId="{CC77C4E7-1243-4456-8969-DF4E7D8DC5B1}" srcOrd="0" destOrd="0" parTransId="{32AEDD4D-2FAD-41C6-B56E-4D874D68FA8D}" sibTransId="{80B4E29D-5E0B-4796-9DDB-DDF10AED802B}"/>
    <dgm:cxn modelId="{EB03D376-AB3C-415F-99C5-47D626320E5D}" type="presOf" srcId="{CD3F8091-8313-42E2-A681-9B561B7EB530}" destId="{02733877-A7C4-4AED-A1FF-D9BA453FB173}" srcOrd="1" destOrd="0" presId="urn:microsoft.com/office/officeart/2005/8/layout/vList4"/>
    <dgm:cxn modelId="{A6ADEA79-12DF-4287-AA65-35063C954071}" type="presOf" srcId="{CC77C4E7-1243-4456-8969-DF4E7D8DC5B1}" destId="{F99605C0-840B-4B69-9A71-353D1DFB59CF}" srcOrd="1" destOrd="1" presId="urn:microsoft.com/office/officeart/2005/8/layout/vList4"/>
    <dgm:cxn modelId="{0F4B9A8F-21F6-4907-BCDD-239EAAA123C9}" type="presOf" srcId="{83EAC336-979A-421D-A1B6-FF6A45B21BC4}" destId="{794D746B-6587-426B-B508-A40E02FFD6A0}" srcOrd="1" destOrd="1" presId="urn:microsoft.com/office/officeart/2005/8/layout/vList4"/>
    <dgm:cxn modelId="{5B163290-CA5F-4598-991D-6428BFCC009C}" type="presOf" srcId="{7224AB9A-501F-4A16-81B0-6B90F9CE1CAF}" destId="{F99605C0-840B-4B69-9A71-353D1DFB59CF}" srcOrd="1" destOrd="0" presId="urn:microsoft.com/office/officeart/2005/8/layout/vList4"/>
    <dgm:cxn modelId="{3D518B9F-35BB-42F4-A7CA-C3A5D390663C}" srcId="{25E6FF93-40F2-47A2-B7D6-6431D48E82D5}" destId="{83EAC336-979A-421D-A1B6-FF6A45B21BC4}" srcOrd="0" destOrd="0" parTransId="{5B5F0DC5-7B94-47D6-AF21-087BF20317FD}" sibTransId="{A4F9DB6F-7F4A-40F2-A00A-FE85B1C22627}"/>
    <dgm:cxn modelId="{B3337CA4-8ECF-4C8A-B2E0-8E5195A35AEE}" type="presOf" srcId="{7224AB9A-501F-4A16-81B0-6B90F9CE1CAF}" destId="{208BA043-CCC1-4A91-9086-1588000387D3}" srcOrd="0" destOrd="0" presId="urn:microsoft.com/office/officeart/2005/8/layout/vList4"/>
    <dgm:cxn modelId="{5FB70EAE-EDA3-4D11-9930-1C968CFA87AB}" srcId="{B41012F8-9549-4131-821C-3B9882C3D006}" destId="{25E6FF93-40F2-47A2-B7D6-6431D48E82D5}" srcOrd="0" destOrd="0" parTransId="{42D869E7-E79C-4D2A-BA65-CF71B43006B0}" sibTransId="{53A1B640-9634-46D8-885A-98B2232A5047}"/>
    <dgm:cxn modelId="{890E7BB5-11D6-4B60-82ED-59409C767FD1}" srcId="{55A19A66-BDFF-45D7-A902-788C537CF455}" destId="{2D6B2A97-BD53-4833-BE9A-B0C0EEBE0C38}" srcOrd="0" destOrd="0" parTransId="{2F73D9C5-A07D-4DAE-9682-08699D7C5FB5}" sibTransId="{4C600CDA-062D-4E30-8618-036E8590D3B9}"/>
    <dgm:cxn modelId="{028623BB-8070-46E1-8681-96482EEE8E37}" type="presOf" srcId="{2D6B2A97-BD53-4833-BE9A-B0C0EEBE0C38}" destId="{13270A14-80F6-4398-BDA8-1DE4C8379C22}" srcOrd="0" destOrd="1" presId="urn:microsoft.com/office/officeart/2005/8/layout/vList4"/>
    <dgm:cxn modelId="{2A65B0C4-F9E4-4756-BA42-9002770FC806}" srcId="{CD3F8091-8313-42E2-A681-9B561B7EB530}" destId="{2DC1DD72-272C-4DE6-AD5A-F7BCB744538A}" srcOrd="0" destOrd="0" parTransId="{DC27926E-2C54-4691-A3AF-3DEB3CA5C3BA}" sibTransId="{24F60B4D-35D4-4641-847B-DA0A29434FB8}"/>
    <dgm:cxn modelId="{834394CF-BCF7-4B62-94C2-0ED65CCAFC7B}" type="presOf" srcId="{CD3F8091-8313-42E2-A681-9B561B7EB530}" destId="{350F5D5F-544D-459B-90F3-94DDEDB77E77}" srcOrd="0" destOrd="0" presId="urn:microsoft.com/office/officeart/2005/8/layout/vList4"/>
    <dgm:cxn modelId="{301B53D6-47FE-4A20-89A9-B54B8EFFE65C}" type="presOf" srcId="{2DC1DD72-272C-4DE6-AD5A-F7BCB744538A}" destId="{350F5D5F-544D-459B-90F3-94DDEDB77E77}" srcOrd="0" destOrd="1" presId="urn:microsoft.com/office/officeart/2005/8/layout/vList4"/>
    <dgm:cxn modelId="{29220EEA-B94B-4B50-917E-0303945AC37F}" type="presOf" srcId="{55A19A66-BDFF-45D7-A902-788C537CF455}" destId="{0EA6BF5C-C52A-42E8-ACCE-544B15AA6409}" srcOrd="1" destOrd="0" presId="urn:microsoft.com/office/officeart/2005/8/layout/vList4"/>
    <dgm:cxn modelId="{80B342F3-1BC7-4F1A-B996-4166CF5A7D9B}" type="presOf" srcId="{2D6B2A97-BD53-4833-BE9A-B0C0EEBE0C38}" destId="{0EA6BF5C-C52A-42E8-ACCE-544B15AA6409}" srcOrd="1" destOrd="1" presId="urn:microsoft.com/office/officeart/2005/8/layout/vList4"/>
    <dgm:cxn modelId="{3A6BC2F3-83F2-49EB-9CDB-81FAAAE19879}" type="presOf" srcId="{25E6FF93-40F2-47A2-B7D6-6431D48E82D5}" destId="{794D746B-6587-426B-B508-A40E02FFD6A0}" srcOrd="1" destOrd="0" presId="urn:microsoft.com/office/officeart/2005/8/layout/vList4"/>
    <dgm:cxn modelId="{C2670AF5-D29A-4CD9-842E-92E948D0A289}" srcId="{B41012F8-9549-4131-821C-3B9882C3D006}" destId="{55A19A66-BDFF-45D7-A902-788C537CF455}" srcOrd="2" destOrd="0" parTransId="{9DC267E2-FB4E-41CE-A2DA-2D4D53F53217}" sibTransId="{C8B9A1F9-9BB7-4428-88DF-8B7FEDEAE953}"/>
    <dgm:cxn modelId="{097AC5F8-147A-4C80-A2D7-5ADF5400B31A}" type="presOf" srcId="{2DC1DD72-272C-4DE6-AD5A-F7BCB744538A}" destId="{02733877-A7C4-4AED-A1FF-D9BA453FB173}" srcOrd="1" destOrd="1" presId="urn:microsoft.com/office/officeart/2005/8/layout/vList4"/>
    <dgm:cxn modelId="{12B4144A-9FCE-4EFA-A8A3-DC5FAD0FA7C4}" type="presParOf" srcId="{8263395C-0D08-4F9D-B159-33E556AA2FAE}" destId="{74845FBA-ADF9-472B-B69A-95A05E6568B5}" srcOrd="0" destOrd="0" presId="urn:microsoft.com/office/officeart/2005/8/layout/vList4"/>
    <dgm:cxn modelId="{E923B144-78A5-43C1-822B-C9E85EAD0F35}" type="presParOf" srcId="{74845FBA-ADF9-472B-B69A-95A05E6568B5}" destId="{25582128-631B-4FA8-8E51-EA583377C915}" srcOrd="0" destOrd="0" presId="urn:microsoft.com/office/officeart/2005/8/layout/vList4"/>
    <dgm:cxn modelId="{1D75CAFA-C206-46B1-AC10-62AF9FC84551}" type="presParOf" srcId="{74845FBA-ADF9-472B-B69A-95A05E6568B5}" destId="{51605E09-015A-4D51-8552-EA2159F6A45D}" srcOrd="1" destOrd="0" presId="urn:microsoft.com/office/officeart/2005/8/layout/vList4"/>
    <dgm:cxn modelId="{4C5F19B1-5728-450B-8B7B-7B9D37964812}" type="presParOf" srcId="{74845FBA-ADF9-472B-B69A-95A05E6568B5}" destId="{794D746B-6587-426B-B508-A40E02FFD6A0}" srcOrd="2" destOrd="0" presId="urn:microsoft.com/office/officeart/2005/8/layout/vList4"/>
    <dgm:cxn modelId="{BAB7A442-AC62-4075-A562-98C72CC536A0}" type="presParOf" srcId="{8263395C-0D08-4F9D-B159-33E556AA2FAE}" destId="{2A8C6EFF-72F5-4590-BF98-E00FBA1ED863}" srcOrd="1" destOrd="0" presId="urn:microsoft.com/office/officeart/2005/8/layout/vList4"/>
    <dgm:cxn modelId="{ED700291-B539-4AB0-8E5E-5AA3A0B7484B}" type="presParOf" srcId="{8263395C-0D08-4F9D-B159-33E556AA2FAE}" destId="{43EE6F61-C1A9-41CC-8F30-346816377BF1}" srcOrd="2" destOrd="0" presId="urn:microsoft.com/office/officeart/2005/8/layout/vList4"/>
    <dgm:cxn modelId="{2D745BCE-EFBE-4D9B-802B-86DC1AABB824}" type="presParOf" srcId="{43EE6F61-C1A9-41CC-8F30-346816377BF1}" destId="{208BA043-CCC1-4A91-9086-1588000387D3}" srcOrd="0" destOrd="0" presId="urn:microsoft.com/office/officeart/2005/8/layout/vList4"/>
    <dgm:cxn modelId="{A71D5F08-355F-42E0-9AD1-9AEEBCA4DA90}" type="presParOf" srcId="{43EE6F61-C1A9-41CC-8F30-346816377BF1}" destId="{4E80575B-3DFC-424A-901F-23AA5AB64105}" srcOrd="1" destOrd="0" presId="urn:microsoft.com/office/officeart/2005/8/layout/vList4"/>
    <dgm:cxn modelId="{5A6C78D4-0273-4496-BD8A-58BA09CA7855}" type="presParOf" srcId="{43EE6F61-C1A9-41CC-8F30-346816377BF1}" destId="{F99605C0-840B-4B69-9A71-353D1DFB59CF}" srcOrd="2" destOrd="0" presId="urn:microsoft.com/office/officeart/2005/8/layout/vList4"/>
    <dgm:cxn modelId="{8980D9B7-D54A-4087-9813-514AC4491694}" type="presParOf" srcId="{8263395C-0D08-4F9D-B159-33E556AA2FAE}" destId="{2AE5AFFA-2F37-48C1-B1EF-2421056F7AB2}" srcOrd="3" destOrd="0" presId="urn:microsoft.com/office/officeart/2005/8/layout/vList4"/>
    <dgm:cxn modelId="{EDDF75FB-C8FF-4278-8F94-4033E8B7486D}" type="presParOf" srcId="{8263395C-0D08-4F9D-B159-33E556AA2FAE}" destId="{4124A112-C891-4D92-B022-267DD18F7AAF}" srcOrd="4" destOrd="0" presId="urn:microsoft.com/office/officeart/2005/8/layout/vList4"/>
    <dgm:cxn modelId="{0FCDC26B-F8E7-45D3-B436-FF42DB7FFA64}" type="presParOf" srcId="{4124A112-C891-4D92-B022-267DD18F7AAF}" destId="{13270A14-80F6-4398-BDA8-1DE4C8379C22}" srcOrd="0" destOrd="0" presId="urn:microsoft.com/office/officeart/2005/8/layout/vList4"/>
    <dgm:cxn modelId="{9A88FCB6-6B9C-45AB-AFB0-BC822014D7A3}" type="presParOf" srcId="{4124A112-C891-4D92-B022-267DD18F7AAF}" destId="{9679DDA9-5B2C-4162-B276-CB4782781EC9}" srcOrd="1" destOrd="0" presId="urn:microsoft.com/office/officeart/2005/8/layout/vList4"/>
    <dgm:cxn modelId="{CC206B55-0CA6-43F0-A11C-C62FFF8C5536}" type="presParOf" srcId="{4124A112-C891-4D92-B022-267DD18F7AAF}" destId="{0EA6BF5C-C52A-42E8-ACCE-544B15AA6409}" srcOrd="2" destOrd="0" presId="urn:microsoft.com/office/officeart/2005/8/layout/vList4"/>
    <dgm:cxn modelId="{2F8D9041-88B8-42B4-AF4D-99B3A406ECF0}" type="presParOf" srcId="{8263395C-0D08-4F9D-B159-33E556AA2FAE}" destId="{E7EDF84F-B5CF-418E-A752-B7B22A668987}" srcOrd="5" destOrd="0" presId="urn:microsoft.com/office/officeart/2005/8/layout/vList4"/>
    <dgm:cxn modelId="{157FD0E3-7D63-41D7-862D-1C5B892DE7B1}" type="presParOf" srcId="{8263395C-0D08-4F9D-B159-33E556AA2FAE}" destId="{D99ECA31-150B-4D7F-A001-294572686D01}" srcOrd="6" destOrd="0" presId="urn:microsoft.com/office/officeart/2005/8/layout/vList4"/>
    <dgm:cxn modelId="{4F5DBF36-F61A-40B4-99CF-4772944B6B1C}" type="presParOf" srcId="{D99ECA31-150B-4D7F-A001-294572686D01}" destId="{350F5D5F-544D-459B-90F3-94DDEDB77E77}" srcOrd="0" destOrd="0" presId="urn:microsoft.com/office/officeart/2005/8/layout/vList4"/>
    <dgm:cxn modelId="{E6CDDF49-9A7D-4394-8631-27194CE2FBF6}" type="presParOf" srcId="{D99ECA31-150B-4D7F-A001-294572686D01}" destId="{5F6924F0-0804-424D-BE51-952E6F910448}" srcOrd="1" destOrd="0" presId="urn:microsoft.com/office/officeart/2005/8/layout/vList4"/>
    <dgm:cxn modelId="{43CD7AB4-E239-4CD7-B733-D341794EF862}" type="presParOf" srcId="{D99ECA31-150B-4D7F-A001-294572686D01}" destId="{02733877-A7C4-4AED-A1FF-D9BA453FB173}"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651B4F-5FCC-4D78-9CAC-D3C1BDFC9C69}">
      <dsp:nvSpPr>
        <dsp:cNvPr id="0" name=""/>
        <dsp:cNvSpPr/>
      </dsp:nvSpPr>
      <dsp:spPr>
        <a:xfrm>
          <a:off x="3364" y="1821013"/>
          <a:ext cx="3280124"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GB" sz="1700" kern="1200" dirty="0"/>
            <a:t>Qamar Abbas</a:t>
          </a:r>
        </a:p>
      </dsp:txBody>
      <dsp:txXfrm>
        <a:off x="3364" y="1821013"/>
        <a:ext cx="3280124" cy="489600"/>
      </dsp:txXfrm>
    </dsp:sp>
    <dsp:sp modelId="{B7C23585-7AA0-46CD-8B93-4AD144AC22A0}">
      <dsp:nvSpPr>
        <dsp:cNvPr id="0" name=""/>
        <dsp:cNvSpPr/>
      </dsp:nvSpPr>
      <dsp:spPr>
        <a:xfrm>
          <a:off x="3364" y="2310613"/>
          <a:ext cx="3280124" cy="9799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GB" sz="1700" kern="1200" dirty="0"/>
            <a:t>Cell no : 0335-9223315</a:t>
          </a:r>
        </a:p>
        <a:p>
          <a:pPr marL="171450" lvl="1" indent="-171450" algn="l" defTabSz="755650">
            <a:lnSpc>
              <a:spcPct val="90000"/>
            </a:lnSpc>
            <a:spcBef>
              <a:spcPct val="0"/>
            </a:spcBef>
            <a:spcAft>
              <a:spcPct val="15000"/>
            </a:spcAft>
            <a:buChar char="•"/>
          </a:pPr>
          <a:r>
            <a:rPr lang="en-GB" sz="1700" kern="1200" dirty="0"/>
            <a:t>Email : qamar2508f@aptechgdn.net</a:t>
          </a:r>
        </a:p>
      </dsp:txBody>
      <dsp:txXfrm>
        <a:off x="3364" y="2310613"/>
        <a:ext cx="3280124" cy="979965"/>
      </dsp:txXfrm>
    </dsp:sp>
    <dsp:sp modelId="{35AC20B1-8AB9-4400-84C6-595921C0868A}">
      <dsp:nvSpPr>
        <dsp:cNvPr id="0" name=""/>
        <dsp:cNvSpPr/>
      </dsp:nvSpPr>
      <dsp:spPr>
        <a:xfrm>
          <a:off x="3742705" y="1821013"/>
          <a:ext cx="3280124"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GB" sz="1700" kern="1200" dirty="0"/>
            <a:t>Samiullah Basit</a:t>
          </a:r>
        </a:p>
      </dsp:txBody>
      <dsp:txXfrm>
        <a:off x="3742705" y="1821013"/>
        <a:ext cx="3280124" cy="489600"/>
      </dsp:txXfrm>
    </dsp:sp>
    <dsp:sp modelId="{284D2E4B-8F8C-475C-BAB3-4879D1CB29CD}">
      <dsp:nvSpPr>
        <dsp:cNvPr id="0" name=""/>
        <dsp:cNvSpPr/>
      </dsp:nvSpPr>
      <dsp:spPr>
        <a:xfrm>
          <a:off x="3742705" y="2310613"/>
          <a:ext cx="3280124" cy="9799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GB" sz="1700" kern="1200" dirty="0"/>
            <a:t>Cell no: 0334 9940326</a:t>
          </a:r>
        </a:p>
        <a:p>
          <a:pPr marL="171450" lvl="1" indent="-171450" algn="l" defTabSz="755650">
            <a:lnSpc>
              <a:spcPct val="90000"/>
            </a:lnSpc>
            <a:spcBef>
              <a:spcPct val="0"/>
            </a:spcBef>
            <a:spcAft>
              <a:spcPct val="15000"/>
            </a:spcAft>
            <a:buChar char="•"/>
          </a:pPr>
          <a:r>
            <a:rPr lang="en-GB" sz="1700" kern="1200" dirty="0"/>
            <a:t>Email: samiullah2508f@aptechgdn.net</a:t>
          </a:r>
        </a:p>
      </dsp:txBody>
      <dsp:txXfrm>
        <a:off x="3742705" y="2310613"/>
        <a:ext cx="3280124" cy="979965"/>
      </dsp:txXfrm>
    </dsp:sp>
    <dsp:sp modelId="{33B70E73-9335-472C-A882-5C5248712927}">
      <dsp:nvSpPr>
        <dsp:cNvPr id="0" name=""/>
        <dsp:cNvSpPr/>
      </dsp:nvSpPr>
      <dsp:spPr>
        <a:xfrm>
          <a:off x="7482047" y="1821013"/>
          <a:ext cx="3280124"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GB" sz="1700" kern="1200" dirty="0"/>
            <a:t>Muhammad Mujtaba</a:t>
          </a:r>
        </a:p>
      </dsp:txBody>
      <dsp:txXfrm>
        <a:off x="7482047" y="1821013"/>
        <a:ext cx="3280124" cy="489600"/>
      </dsp:txXfrm>
    </dsp:sp>
    <dsp:sp modelId="{737A5C08-124B-4363-B153-14190AEB2405}">
      <dsp:nvSpPr>
        <dsp:cNvPr id="0" name=""/>
        <dsp:cNvSpPr/>
      </dsp:nvSpPr>
      <dsp:spPr>
        <a:xfrm>
          <a:off x="7482047" y="2310613"/>
          <a:ext cx="3280124" cy="9799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GB" sz="1700" kern="1200" dirty="0"/>
            <a:t>Cell no : 0337-4649777</a:t>
          </a:r>
        </a:p>
        <a:p>
          <a:pPr marL="171450" lvl="1" indent="-171450" algn="l" defTabSz="755650">
            <a:lnSpc>
              <a:spcPct val="90000"/>
            </a:lnSpc>
            <a:spcBef>
              <a:spcPct val="0"/>
            </a:spcBef>
            <a:spcAft>
              <a:spcPct val="15000"/>
            </a:spcAft>
            <a:buChar char="•"/>
          </a:pPr>
          <a:r>
            <a:rPr lang="en-GB" sz="1700" kern="1200" dirty="0"/>
            <a:t>Email : mujtaba2508f@aptechgdn.net</a:t>
          </a:r>
        </a:p>
      </dsp:txBody>
      <dsp:txXfrm>
        <a:off x="7482047" y="2310613"/>
        <a:ext cx="3280124" cy="9799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582128-631B-4FA8-8E51-EA583377C915}">
      <dsp:nvSpPr>
        <dsp:cNvPr id="0" name=""/>
        <dsp:cNvSpPr/>
      </dsp:nvSpPr>
      <dsp:spPr>
        <a:xfrm>
          <a:off x="0" y="0"/>
          <a:ext cx="9233940" cy="11114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HTML 5</a:t>
          </a:r>
        </a:p>
        <a:p>
          <a:pPr marL="228600" lvl="1" indent="-228600" algn="l" defTabSz="1022350">
            <a:lnSpc>
              <a:spcPct val="90000"/>
            </a:lnSpc>
            <a:spcBef>
              <a:spcPct val="0"/>
            </a:spcBef>
            <a:spcAft>
              <a:spcPct val="15000"/>
            </a:spcAft>
            <a:buChar char="•"/>
          </a:pPr>
          <a:r>
            <a:rPr lang="en-GB" sz="2300" kern="1200" dirty="0"/>
            <a:t>For Structure and Content Layout.</a:t>
          </a:r>
        </a:p>
      </dsp:txBody>
      <dsp:txXfrm>
        <a:off x="1957928" y="0"/>
        <a:ext cx="7276011" cy="1111400"/>
      </dsp:txXfrm>
    </dsp:sp>
    <dsp:sp modelId="{51605E09-015A-4D51-8552-EA2159F6A45D}">
      <dsp:nvSpPr>
        <dsp:cNvPr id="0" name=""/>
        <dsp:cNvSpPr/>
      </dsp:nvSpPr>
      <dsp:spPr>
        <a:xfrm>
          <a:off x="111140" y="111140"/>
          <a:ext cx="1846788" cy="889120"/>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54000" b="-5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8BA043-CCC1-4A91-9086-1588000387D3}">
      <dsp:nvSpPr>
        <dsp:cNvPr id="0" name=""/>
        <dsp:cNvSpPr/>
      </dsp:nvSpPr>
      <dsp:spPr>
        <a:xfrm>
          <a:off x="0" y="1222540"/>
          <a:ext cx="9233940" cy="11114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CSS 3</a:t>
          </a:r>
        </a:p>
        <a:p>
          <a:pPr marL="228600" lvl="1" indent="-228600" algn="l" defTabSz="1022350">
            <a:lnSpc>
              <a:spcPct val="90000"/>
            </a:lnSpc>
            <a:spcBef>
              <a:spcPct val="0"/>
            </a:spcBef>
            <a:spcAft>
              <a:spcPct val="15000"/>
            </a:spcAft>
            <a:buChar char="•"/>
          </a:pPr>
          <a:r>
            <a:rPr lang="en-GB" sz="2300" kern="1200" dirty="0"/>
            <a:t>For Styling, Animation and Visual Design.</a:t>
          </a:r>
        </a:p>
      </dsp:txBody>
      <dsp:txXfrm>
        <a:off x="1957928" y="1222540"/>
        <a:ext cx="7276011" cy="1111400"/>
      </dsp:txXfrm>
    </dsp:sp>
    <dsp:sp modelId="{4E80575B-3DFC-424A-901F-23AA5AB64105}">
      <dsp:nvSpPr>
        <dsp:cNvPr id="0" name=""/>
        <dsp:cNvSpPr/>
      </dsp:nvSpPr>
      <dsp:spPr>
        <a:xfrm>
          <a:off x="111140" y="1333680"/>
          <a:ext cx="1846788" cy="889120"/>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48000" b="-4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270A14-80F6-4398-BDA8-1DE4C8379C22}">
      <dsp:nvSpPr>
        <dsp:cNvPr id="0" name=""/>
        <dsp:cNvSpPr/>
      </dsp:nvSpPr>
      <dsp:spPr>
        <a:xfrm>
          <a:off x="0" y="2445081"/>
          <a:ext cx="9233940" cy="11114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VS CODE</a:t>
          </a:r>
        </a:p>
        <a:p>
          <a:pPr marL="228600" lvl="1" indent="-228600" algn="l" defTabSz="1022350">
            <a:lnSpc>
              <a:spcPct val="90000"/>
            </a:lnSpc>
            <a:spcBef>
              <a:spcPct val="0"/>
            </a:spcBef>
            <a:spcAft>
              <a:spcPct val="15000"/>
            </a:spcAft>
            <a:buChar char="•"/>
          </a:pPr>
          <a:r>
            <a:rPr lang="en-GB" sz="2300" kern="1200" dirty="0"/>
            <a:t>The Development Environment.</a:t>
          </a:r>
        </a:p>
      </dsp:txBody>
      <dsp:txXfrm>
        <a:off x="1957928" y="2445081"/>
        <a:ext cx="7276011" cy="1111400"/>
      </dsp:txXfrm>
    </dsp:sp>
    <dsp:sp modelId="{9679DDA9-5B2C-4162-B276-CB4782781EC9}">
      <dsp:nvSpPr>
        <dsp:cNvPr id="0" name=""/>
        <dsp:cNvSpPr/>
      </dsp:nvSpPr>
      <dsp:spPr>
        <a:xfrm>
          <a:off x="111140" y="2556221"/>
          <a:ext cx="1846788" cy="889120"/>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48000" b="-4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0F5D5F-544D-459B-90F3-94DDEDB77E77}">
      <dsp:nvSpPr>
        <dsp:cNvPr id="0" name=""/>
        <dsp:cNvSpPr/>
      </dsp:nvSpPr>
      <dsp:spPr>
        <a:xfrm>
          <a:off x="0" y="3667622"/>
          <a:ext cx="9233940" cy="11114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BOOTSTRAP 5</a:t>
          </a:r>
        </a:p>
        <a:p>
          <a:pPr marL="228600" lvl="1" indent="-228600" algn="l" defTabSz="1022350">
            <a:lnSpc>
              <a:spcPct val="90000"/>
            </a:lnSpc>
            <a:spcBef>
              <a:spcPct val="0"/>
            </a:spcBef>
            <a:spcAft>
              <a:spcPct val="15000"/>
            </a:spcAft>
            <a:buChar char="•"/>
          </a:pPr>
          <a:r>
            <a:rPr lang="en-GB" sz="2300" kern="1200" dirty="0"/>
            <a:t>For Responsive Grid Layout.</a:t>
          </a:r>
        </a:p>
      </dsp:txBody>
      <dsp:txXfrm>
        <a:off x="1957928" y="3667622"/>
        <a:ext cx="7276011" cy="1111400"/>
      </dsp:txXfrm>
    </dsp:sp>
    <dsp:sp modelId="{5F6924F0-0804-424D-BE51-952E6F910448}">
      <dsp:nvSpPr>
        <dsp:cNvPr id="0" name=""/>
        <dsp:cNvSpPr/>
      </dsp:nvSpPr>
      <dsp:spPr>
        <a:xfrm>
          <a:off x="111140" y="3778762"/>
          <a:ext cx="1846788" cy="889120"/>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48000" b="-4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2/19/2026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3373390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2/19/2026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346878"/>
      </p:ext>
    </p:extLst>
  </p:cSld>
  <p:clrMap bg1="lt1" tx1="dk1" bg2="lt2" tx2="dk2" accent1="accent1" accent2="accent2" accent3="accent3" accent4="accent4" accent5="accent5" accent6="accent6" hlink="hlink" folHlink="folHlink"/>
  <p:sldLayoutIdLst>
    <p:sldLayoutId id="2147483711" r:id="rId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149F9F0F-FB8C-5565-247C-BDCC156B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white room with a blue sky&#10;&#10;Description automatically generated">
            <a:extLst>
              <a:ext uri="{FF2B5EF4-FFF2-40B4-BE49-F238E27FC236}">
                <a16:creationId xmlns:a16="http://schemas.microsoft.com/office/drawing/2014/main" id="{0330EBF2-F733-667E-80E2-B682F3C5DC81}"/>
              </a:ext>
            </a:extLst>
          </p:cNvPr>
          <p:cNvPicPr>
            <a:picLocks noChangeAspect="1"/>
          </p:cNvPicPr>
          <p:nvPr/>
        </p:nvPicPr>
        <p:blipFill>
          <a:blip r:embed="rId2"/>
          <a:srcRect t="25000"/>
          <a:stretch>
            <a:fillRect/>
          </a:stretch>
        </p:blipFill>
        <p:spPr>
          <a:xfrm>
            <a:off x="0" y="12"/>
            <a:ext cx="12192000" cy="6857988"/>
          </a:xfrm>
          <a:prstGeom prst="rect">
            <a:avLst/>
          </a:prstGeom>
        </p:spPr>
      </p:pic>
      <p:cxnSp>
        <p:nvCxnSpPr>
          <p:cNvPr id="33" name="Straight Connector 32">
            <a:extLst>
              <a:ext uri="{FF2B5EF4-FFF2-40B4-BE49-F238E27FC236}">
                <a16:creationId xmlns:a16="http://schemas.microsoft.com/office/drawing/2014/main" id="{3EAD13EF-74FA-4D38-8F15-B51F09C96B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3125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0E0277-E482-51FA-67B8-A156D37A01AF}"/>
              </a:ext>
            </a:extLst>
          </p:cNvPr>
          <p:cNvSpPr txBox="1"/>
          <p:nvPr/>
        </p:nvSpPr>
        <p:spPr>
          <a:xfrm>
            <a:off x="2293495" y="1798818"/>
            <a:ext cx="8214610" cy="1446550"/>
          </a:xfrm>
          <a:prstGeom prst="rect">
            <a:avLst/>
          </a:prstGeom>
          <a:noFill/>
          <a:effectLst>
            <a:glow rad="139700">
              <a:schemeClr val="accent1">
                <a:satMod val="175000"/>
                <a:alpha val="40000"/>
              </a:schemeClr>
            </a:glow>
            <a:reflection blurRad="6350" stA="50000" endA="300" endPos="55500" dist="101600" dir="5400000" sy="-100000" algn="bl" rotWithShape="0"/>
          </a:effectLst>
        </p:spPr>
        <p:txBody>
          <a:bodyPr wrap="square" rtlCol="0">
            <a:spAutoFit/>
          </a:bodyPr>
          <a:lstStyle/>
          <a:p>
            <a:r>
              <a:rPr lang="en-GB" sz="8800" dirty="0">
                <a:solidFill>
                  <a:schemeClr val="accent1"/>
                </a:solidFill>
                <a:effectLst>
                  <a:glow rad="228600">
                    <a:schemeClr val="bg2">
                      <a:alpha val="40000"/>
                    </a:schemeClr>
                  </a:glow>
                </a:effectLst>
                <a:latin typeface="Algerian" panose="020F0502020204030204" pitchFamily="82" charset="0"/>
              </a:rPr>
              <a:t>STYLE REBORN</a:t>
            </a:r>
          </a:p>
        </p:txBody>
      </p:sp>
      <p:sp>
        <p:nvSpPr>
          <p:cNvPr id="8" name="TextBox 7">
            <a:extLst>
              <a:ext uri="{FF2B5EF4-FFF2-40B4-BE49-F238E27FC236}">
                <a16:creationId xmlns:a16="http://schemas.microsoft.com/office/drawing/2014/main" id="{D5FDD5CB-BEAF-6481-C89B-6A591854EDE3}"/>
              </a:ext>
            </a:extLst>
          </p:cNvPr>
          <p:cNvSpPr txBox="1"/>
          <p:nvPr/>
        </p:nvSpPr>
        <p:spPr>
          <a:xfrm>
            <a:off x="4870821" y="5604648"/>
            <a:ext cx="6330579" cy="707886"/>
          </a:xfrm>
          <a:prstGeom prst="rect">
            <a:avLst/>
          </a:prstGeom>
          <a:noFill/>
          <a:effectLst>
            <a:reflection blurRad="6350" stA="50000" endA="300" endPos="55500" dist="101600" dir="5400000" sy="-100000" algn="bl" rotWithShape="0"/>
          </a:effectLst>
        </p:spPr>
        <p:txBody>
          <a:bodyPr wrap="none" rtlCol="0">
            <a:spAutoFit/>
          </a:bodyPr>
          <a:lstStyle/>
          <a:p>
            <a:r>
              <a:rPr lang="en-GB" sz="4000" dirty="0">
                <a:solidFill>
                  <a:schemeClr val="accent1">
                    <a:lumMod val="50000"/>
                  </a:schemeClr>
                </a:solidFill>
              </a:rPr>
              <a:t>Give your Style a New Birth</a:t>
            </a:r>
          </a:p>
        </p:txBody>
      </p:sp>
    </p:spTree>
    <p:extLst>
      <p:ext uri="{BB962C8B-B14F-4D97-AF65-F5344CB8AC3E}">
        <p14:creationId xmlns:p14="http://schemas.microsoft.com/office/powerpoint/2010/main" val="3065512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F7E2-9EB5-7166-69B4-999052FA7392}"/>
            </a:ext>
          </a:extLst>
        </p:cNvPr>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416E3F01-6CBE-AC57-8683-57109B2CF0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1382E780-9D65-4FAB-AA66-9EA27021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4F73B516-1837-B607-48FD-E0E65F898B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white room with a blue sky&#10;&#10;Description automatically generated">
            <a:extLst>
              <a:ext uri="{FF2B5EF4-FFF2-40B4-BE49-F238E27FC236}">
                <a16:creationId xmlns:a16="http://schemas.microsoft.com/office/drawing/2014/main" id="{774B2789-166C-39D8-851D-6BDB2A91521C}"/>
              </a:ext>
            </a:extLst>
          </p:cNvPr>
          <p:cNvPicPr>
            <a:picLocks noChangeAspect="1"/>
          </p:cNvPicPr>
          <p:nvPr/>
        </p:nvPicPr>
        <p:blipFill>
          <a:blip r:embed="rId2"/>
          <a:srcRect t="25000"/>
          <a:stretch>
            <a:fillRect/>
          </a:stretch>
        </p:blipFill>
        <p:spPr>
          <a:xfrm>
            <a:off x="0" y="12"/>
            <a:ext cx="12192000" cy="6857988"/>
          </a:xfrm>
          <a:prstGeom prst="rect">
            <a:avLst/>
          </a:prstGeom>
        </p:spPr>
      </p:pic>
      <p:cxnSp>
        <p:nvCxnSpPr>
          <p:cNvPr id="33" name="Straight Connector 32">
            <a:extLst>
              <a:ext uri="{FF2B5EF4-FFF2-40B4-BE49-F238E27FC236}">
                <a16:creationId xmlns:a16="http://schemas.microsoft.com/office/drawing/2014/main" id="{8E0BFCE1-2E50-A5C3-6A44-B02655B369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3125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559BB99-B83F-3076-3D60-84326D319B41}"/>
              </a:ext>
            </a:extLst>
          </p:cNvPr>
          <p:cNvSpPr txBox="1"/>
          <p:nvPr/>
        </p:nvSpPr>
        <p:spPr>
          <a:xfrm>
            <a:off x="990600" y="1777390"/>
            <a:ext cx="2337499" cy="584775"/>
          </a:xfrm>
          <a:prstGeom prst="rect">
            <a:avLst/>
          </a:prstGeom>
          <a:noFill/>
        </p:spPr>
        <p:txBody>
          <a:bodyPr wrap="none" rtlCol="0">
            <a:spAutoFit/>
          </a:bodyPr>
          <a:lstStyle/>
          <a:p>
            <a:r>
              <a:rPr lang="en-GB" sz="3200" b="1" i="1" dirty="0">
                <a:solidFill>
                  <a:schemeClr val="accent1">
                    <a:lumMod val="40000"/>
                    <a:lumOff val="60000"/>
                  </a:schemeClr>
                </a:solidFill>
                <a:effectLst>
                  <a:glow rad="228600">
                    <a:schemeClr val="accent1">
                      <a:lumMod val="40000"/>
                      <a:lumOff val="60000"/>
                      <a:alpha val="40000"/>
                    </a:schemeClr>
                  </a:glow>
                  <a:outerShdw blurRad="38100" dist="38100" dir="2700000" algn="tl">
                    <a:srgbClr val="000000">
                      <a:alpha val="43137"/>
                    </a:srgbClr>
                  </a:outerShdw>
                </a:effectLst>
              </a:rPr>
              <a:t>Introduction</a:t>
            </a:r>
          </a:p>
        </p:txBody>
      </p:sp>
      <p:sp>
        <p:nvSpPr>
          <p:cNvPr id="3" name="TextBox 2">
            <a:extLst>
              <a:ext uri="{FF2B5EF4-FFF2-40B4-BE49-F238E27FC236}">
                <a16:creationId xmlns:a16="http://schemas.microsoft.com/office/drawing/2014/main" id="{868179FD-551E-F997-FED8-EDA629493B7A}"/>
              </a:ext>
            </a:extLst>
          </p:cNvPr>
          <p:cNvSpPr txBox="1"/>
          <p:nvPr/>
        </p:nvSpPr>
        <p:spPr>
          <a:xfrm>
            <a:off x="4621508" y="515506"/>
            <a:ext cx="7259211" cy="3693319"/>
          </a:xfrm>
          <a:prstGeom prst="rect">
            <a:avLst/>
          </a:prstGeom>
          <a:noFill/>
        </p:spPr>
        <p:txBody>
          <a:bodyPr wrap="square" rtlCol="0">
            <a:spAutoFit/>
          </a:bodyPr>
          <a:lstStyle/>
          <a:p>
            <a:r>
              <a:rPr lang="en-GB" dirty="0">
                <a:solidFill>
                  <a:srgbClr val="002060"/>
                </a:solidFill>
              </a:rPr>
              <a:t>Style Reborn is a website designed for the purpose of Online Shopping of Fashion for Well known Stylists to present their products and for the users to purchase those products while sitting on their couch with having a cup of Tea.</a:t>
            </a:r>
          </a:p>
          <a:p>
            <a:endParaRPr lang="en-GB" dirty="0">
              <a:solidFill>
                <a:srgbClr val="002060"/>
              </a:solidFill>
            </a:endParaRPr>
          </a:p>
          <a:p>
            <a:r>
              <a:rPr lang="en-GB" dirty="0">
                <a:solidFill>
                  <a:srgbClr val="002060"/>
                </a:solidFill>
              </a:rPr>
              <a:t>As we all know that in COVID 19, it was very difficult to do shopping by visiting Malls or different Outlets when there are so many limitations by the Government and various Health Organizations  implemented for our own Health Safety.</a:t>
            </a:r>
          </a:p>
          <a:p>
            <a:endParaRPr lang="en-GB" dirty="0">
              <a:solidFill>
                <a:srgbClr val="002060"/>
              </a:solidFill>
            </a:endParaRPr>
          </a:p>
          <a:p>
            <a:r>
              <a:rPr lang="en-GB" dirty="0">
                <a:solidFill>
                  <a:srgbClr val="002060"/>
                </a:solidFill>
              </a:rPr>
              <a:t>Considering above, Our team decided to provide a one window platform for online shopping of Clothes of different Stylists for users which will be good for both.</a:t>
            </a:r>
          </a:p>
        </p:txBody>
      </p:sp>
      <p:sp>
        <p:nvSpPr>
          <p:cNvPr id="5" name="TextBox 4">
            <a:extLst>
              <a:ext uri="{FF2B5EF4-FFF2-40B4-BE49-F238E27FC236}">
                <a16:creationId xmlns:a16="http://schemas.microsoft.com/office/drawing/2014/main" id="{EDDFA5AF-2021-59EF-CD68-039A6482BF4B}"/>
              </a:ext>
            </a:extLst>
          </p:cNvPr>
          <p:cNvSpPr txBox="1"/>
          <p:nvPr/>
        </p:nvSpPr>
        <p:spPr>
          <a:xfrm>
            <a:off x="4621508" y="6342494"/>
            <a:ext cx="2731838" cy="369332"/>
          </a:xfrm>
          <a:prstGeom prst="rect">
            <a:avLst/>
          </a:prstGeom>
          <a:noFill/>
        </p:spPr>
        <p:txBody>
          <a:bodyPr wrap="none" rtlCol="0">
            <a:spAutoFit/>
          </a:bodyPr>
          <a:lstStyle/>
          <a:p>
            <a:r>
              <a:rPr lang="en-GB" dirty="0">
                <a:solidFill>
                  <a:srgbClr val="002060"/>
                </a:solidFill>
              </a:rPr>
              <a:t>Copyright © Style Reborn</a:t>
            </a:r>
          </a:p>
        </p:txBody>
      </p:sp>
    </p:spTree>
    <p:extLst>
      <p:ext uri="{BB962C8B-B14F-4D97-AF65-F5344CB8AC3E}">
        <p14:creationId xmlns:p14="http://schemas.microsoft.com/office/powerpoint/2010/main" val="226725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F5E0B-1A6D-1749-A550-A81232FF7BD7}"/>
            </a:ext>
          </a:extLst>
        </p:cNvPr>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BA37122C-766D-BC85-59BB-E0214CC840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27B6BF06-C54D-6DA6-658F-A9EDC2F5C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E79D4CC0-5233-EBE2-603A-7B1B06B57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white room with a blue sky&#10;&#10;Description automatically generated">
            <a:extLst>
              <a:ext uri="{FF2B5EF4-FFF2-40B4-BE49-F238E27FC236}">
                <a16:creationId xmlns:a16="http://schemas.microsoft.com/office/drawing/2014/main" id="{B3ABEDF2-97D7-2B95-2842-A8BD971133EF}"/>
              </a:ext>
            </a:extLst>
          </p:cNvPr>
          <p:cNvPicPr>
            <a:picLocks noChangeAspect="1"/>
          </p:cNvPicPr>
          <p:nvPr/>
        </p:nvPicPr>
        <p:blipFill>
          <a:blip r:embed="rId2"/>
          <a:srcRect t="25000"/>
          <a:stretch>
            <a:fillRect/>
          </a:stretch>
        </p:blipFill>
        <p:spPr>
          <a:xfrm>
            <a:off x="0" y="12"/>
            <a:ext cx="12192000" cy="6857988"/>
          </a:xfrm>
          <a:prstGeom prst="rect">
            <a:avLst/>
          </a:prstGeom>
        </p:spPr>
      </p:pic>
      <p:cxnSp>
        <p:nvCxnSpPr>
          <p:cNvPr id="33" name="Straight Connector 32">
            <a:extLst>
              <a:ext uri="{FF2B5EF4-FFF2-40B4-BE49-F238E27FC236}">
                <a16:creationId xmlns:a16="http://schemas.microsoft.com/office/drawing/2014/main" id="{045174F5-0D46-2DFF-FF87-B0BBCFF3C4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3125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CEA7410-A3F9-A762-1A1D-C446907AA68F}"/>
              </a:ext>
            </a:extLst>
          </p:cNvPr>
          <p:cNvSpPr txBox="1"/>
          <p:nvPr/>
        </p:nvSpPr>
        <p:spPr>
          <a:xfrm>
            <a:off x="4621508" y="6342494"/>
            <a:ext cx="2731838" cy="369332"/>
          </a:xfrm>
          <a:prstGeom prst="rect">
            <a:avLst/>
          </a:prstGeom>
          <a:noFill/>
        </p:spPr>
        <p:txBody>
          <a:bodyPr wrap="none" rtlCol="0">
            <a:spAutoFit/>
          </a:bodyPr>
          <a:lstStyle/>
          <a:p>
            <a:r>
              <a:rPr lang="en-GB" dirty="0">
                <a:solidFill>
                  <a:srgbClr val="002060"/>
                </a:solidFill>
              </a:rPr>
              <a:t>Copyright © Style Reborn</a:t>
            </a:r>
          </a:p>
        </p:txBody>
      </p:sp>
      <p:graphicFrame>
        <p:nvGraphicFramePr>
          <p:cNvPr id="6" name="Diagram 5">
            <a:extLst>
              <a:ext uri="{FF2B5EF4-FFF2-40B4-BE49-F238E27FC236}">
                <a16:creationId xmlns:a16="http://schemas.microsoft.com/office/drawing/2014/main" id="{38504426-498C-540E-25B6-EF3E79B29A70}"/>
              </a:ext>
            </a:extLst>
          </p:cNvPr>
          <p:cNvGraphicFramePr/>
          <p:nvPr>
            <p:extLst>
              <p:ext uri="{D42A27DB-BD31-4B8C-83A1-F6EECF244321}">
                <p14:modId xmlns:p14="http://schemas.microsoft.com/office/powerpoint/2010/main" val="3566164773"/>
              </p:ext>
            </p:extLst>
          </p:nvPr>
        </p:nvGraphicFramePr>
        <p:xfrm>
          <a:off x="713232" y="1026741"/>
          <a:ext cx="10765536" cy="5111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Rounded Corners 6">
            <a:extLst>
              <a:ext uri="{FF2B5EF4-FFF2-40B4-BE49-F238E27FC236}">
                <a16:creationId xmlns:a16="http://schemas.microsoft.com/office/drawing/2014/main" id="{7FD567F8-8BA5-C035-B76E-D7C9F42A88A7}"/>
              </a:ext>
            </a:extLst>
          </p:cNvPr>
          <p:cNvSpPr/>
          <p:nvPr/>
        </p:nvSpPr>
        <p:spPr>
          <a:xfrm>
            <a:off x="2128603" y="719667"/>
            <a:ext cx="8154649" cy="1079142"/>
          </a:xfrm>
          <a:prstGeom prst="roundRect">
            <a:avLst/>
          </a:prstGeom>
          <a:effectLst>
            <a:glow rad="228600">
              <a:schemeClr val="accent1">
                <a:lumMod val="40000"/>
                <a:lumOff val="60000"/>
                <a:alpha val="40000"/>
              </a:schemeClr>
            </a:glow>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002060"/>
                </a:solidFill>
                <a:latin typeface="Algerian" panose="04020705040A02060702" pitchFamily="82" charset="0"/>
              </a:rPr>
              <a:t>ABOUT THE TEAM</a:t>
            </a:r>
          </a:p>
        </p:txBody>
      </p:sp>
    </p:spTree>
    <p:extLst>
      <p:ext uri="{BB962C8B-B14F-4D97-AF65-F5344CB8AC3E}">
        <p14:creationId xmlns:p14="http://schemas.microsoft.com/office/powerpoint/2010/main" val="2165484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98ACA-7851-47BD-6592-24D89F74BCB9}"/>
            </a:ext>
          </a:extLst>
        </p:cNvPr>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C3F7FEC9-5323-111B-59A2-035ACD3041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E0B79983-BFF7-C2A9-C45E-E9B2B9B7B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5ED84B2E-2964-DA69-9CC6-B28C676941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white room with a blue sky&#10;&#10;Description automatically generated">
            <a:extLst>
              <a:ext uri="{FF2B5EF4-FFF2-40B4-BE49-F238E27FC236}">
                <a16:creationId xmlns:a16="http://schemas.microsoft.com/office/drawing/2014/main" id="{F1B4C325-54BA-DC58-A180-0A5B25C4E5F4}"/>
              </a:ext>
            </a:extLst>
          </p:cNvPr>
          <p:cNvPicPr>
            <a:picLocks noChangeAspect="1"/>
          </p:cNvPicPr>
          <p:nvPr/>
        </p:nvPicPr>
        <p:blipFill>
          <a:blip r:embed="rId2"/>
          <a:srcRect t="25000"/>
          <a:stretch>
            <a:fillRect/>
          </a:stretch>
        </p:blipFill>
        <p:spPr>
          <a:xfrm>
            <a:off x="0" y="12"/>
            <a:ext cx="12192000" cy="6857988"/>
          </a:xfrm>
          <a:prstGeom prst="rect">
            <a:avLst/>
          </a:prstGeom>
        </p:spPr>
      </p:pic>
      <p:cxnSp>
        <p:nvCxnSpPr>
          <p:cNvPr id="33" name="Straight Connector 32">
            <a:extLst>
              <a:ext uri="{FF2B5EF4-FFF2-40B4-BE49-F238E27FC236}">
                <a16:creationId xmlns:a16="http://schemas.microsoft.com/office/drawing/2014/main" id="{D3F16863-15F3-1037-9C63-67430AEE80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3125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4BFA142-0509-48AA-FA4E-411D70F9CD2A}"/>
              </a:ext>
            </a:extLst>
          </p:cNvPr>
          <p:cNvSpPr txBox="1"/>
          <p:nvPr/>
        </p:nvSpPr>
        <p:spPr>
          <a:xfrm>
            <a:off x="4621508" y="6342494"/>
            <a:ext cx="2731838" cy="369332"/>
          </a:xfrm>
          <a:prstGeom prst="rect">
            <a:avLst/>
          </a:prstGeom>
          <a:noFill/>
        </p:spPr>
        <p:txBody>
          <a:bodyPr wrap="none" rtlCol="0">
            <a:spAutoFit/>
          </a:bodyPr>
          <a:lstStyle/>
          <a:p>
            <a:r>
              <a:rPr lang="en-GB" dirty="0">
                <a:solidFill>
                  <a:srgbClr val="002060"/>
                </a:solidFill>
              </a:rPr>
              <a:t>Copyright © Style Reborn</a:t>
            </a:r>
          </a:p>
        </p:txBody>
      </p:sp>
      <p:sp>
        <p:nvSpPr>
          <p:cNvPr id="2" name="Rectangle: Rounded Corners 1">
            <a:extLst>
              <a:ext uri="{FF2B5EF4-FFF2-40B4-BE49-F238E27FC236}">
                <a16:creationId xmlns:a16="http://schemas.microsoft.com/office/drawing/2014/main" id="{AC7C9D7B-4563-BD86-C474-95F5364D235B}"/>
              </a:ext>
            </a:extLst>
          </p:cNvPr>
          <p:cNvSpPr/>
          <p:nvPr/>
        </p:nvSpPr>
        <p:spPr>
          <a:xfrm>
            <a:off x="2208055" y="329784"/>
            <a:ext cx="9233941" cy="696952"/>
          </a:xfrm>
          <a:prstGeom prst="roundRect">
            <a:avLst/>
          </a:prstGeom>
          <a:effectLst>
            <a:glow rad="127000">
              <a:schemeClr val="bg1">
                <a:lumMod val="85000"/>
              </a:schemeClr>
            </a:glow>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TOOLS AND TECHNOLOGIES USED</a:t>
            </a:r>
          </a:p>
        </p:txBody>
      </p:sp>
      <p:graphicFrame>
        <p:nvGraphicFramePr>
          <p:cNvPr id="3" name="Diagram 2">
            <a:extLst>
              <a:ext uri="{FF2B5EF4-FFF2-40B4-BE49-F238E27FC236}">
                <a16:creationId xmlns:a16="http://schemas.microsoft.com/office/drawing/2014/main" id="{8342A742-53F2-718C-A539-E6394644DECC}"/>
              </a:ext>
            </a:extLst>
          </p:cNvPr>
          <p:cNvGraphicFramePr/>
          <p:nvPr>
            <p:extLst>
              <p:ext uri="{D42A27DB-BD31-4B8C-83A1-F6EECF244321}">
                <p14:modId xmlns:p14="http://schemas.microsoft.com/office/powerpoint/2010/main" val="399983888"/>
              </p:ext>
            </p:extLst>
          </p:nvPr>
        </p:nvGraphicFramePr>
        <p:xfrm>
          <a:off x="2208056" y="1356508"/>
          <a:ext cx="9233940" cy="4781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5638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6B88-2DEE-F940-8DCC-6A4E113B20F8}"/>
            </a:ext>
          </a:extLst>
        </p:cNvPr>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519C0BEB-97BE-7982-99BD-38A7931174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A9DACFCC-F8DE-6A93-2AD1-991C1AE92B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A14575F8-0F42-9163-2568-B8C697BEA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white room with a blue sky&#10;&#10;Description automatically generated">
            <a:extLst>
              <a:ext uri="{FF2B5EF4-FFF2-40B4-BE49-F238E27FC236}">
                <a16:creationId xmlns:a16="http://schemas.microsoft.com/office/drawing/2014/main" id="{AB9C0259-B2B6-5B39-3001-9E4BD5226F30}"/>
              </a:ext>
            </a:extLst>
          </p:cNvPr>
          <p:cNvPicPr>
            <a:picLocks noChangeAspect="1"/>
          </p:cNvPicPr>
          <p:nvPr/>
        </p:nvPicPr>
        <p:blipFill>
          <a:blip r:embed="rId2"/>
          <a:srcRect t="25000"/>
          <a:stretch>
            <a:fillRect/>
          </a:stretch>
        </p:blipFill>
        <p:spPr>
          <a:xfrm>
            <a:off x="0" y="12"/>
            <a:ext cx="12192000" cy="6857988"/>
          </a:xfrm>
          <a:prstGeom prst="rect">
            <a:avLst/>
          </a:prstGeom>
        </p:spPr>
      </p:pic>
      <p:cxnSp>
        <p:nvCxnSpPr>
          <p:cNvPr id="33" name="Straight Connector 32">
            <a:extLst>
              <a:ext uri="{FF2B5EF4-FFF2-40B4-BE49-F238E27FC236}">
                <a16:creationId xmlns:a16="http://schemas.microsoft.com/office/drawing/2014/main" id="{5D33E710-D10D-7247-D484-4B98AC945B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3125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54EDC55-FB88-C1DC-885D-2A0A9779E5EF}"/>
              </a:ext>
            </a:extLst>
          </p:cNvPr>
          <p:cNvSpPr txBox="1"/>
          <p:nvPr/>
        </p:nvSpPr>
        <p:spPr>
          <a:xfrm>
            <a:off x="4621508" y="6342494"/>
            <a:ext cx="2731838" cy="369332"/>
          </a:xfrm>
          <a:prstGeom prst="rect">
            <a:avLst/>
          </a:prstGeom>
          <a:noFill/>
        </p:spPr>
        <p:txBody>
          <a:bodyPr wrap="none" rtlCol="0">
            <a:spAutoFit/>
          </a:bodyPr>
          <a:lstStyle/>
          <a:p>
            <a:r>
              <a:rPr lang="en-GB" dirty="0">
                <a:solidFill>
                  <a:srgbClr val="002060"/>
                </a:solidFill>
              </a:rPr>
              <a:t>Copyright © Style Reborn</a:t>
            </a:r>
          </a:p>
        </p:txBody>
      </p:sp>
      <p:sp>
        <p:nvSpPr>
          <p:cNvPr id="9" name="Rectangle: Diagonal Corners Rounded 8">
            <a:extLst>
              <a:ext uri="{FF2B5EF4-FFF2-40B4-BE49-F238E27FC236}">
                <a16:creationId xmlns:a16="http://schemas.microsoft.com/office/drawing/2014/main" id="{F9F058FD-3ADE-F0D2-FE88-5C35A690E414}"/>
              </a:ext>
            </a:extLst>
          </p:cNvPr>
          <p:cNvSpPr/>
          <p:nvPr/>
        </p:nvSpPr>
        <p:spPr>
          <a:xfrm>
            <a:off x="713232" y="146174"/>
            <a:ext cx="10799214" cy="738628"/>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OUTPUT AND RESULTS</a:t>
            </a:r>
          </a:p>
        </p:txBody>
      </p:sp>
      <p:grpSp>
        <p:nvGrpSpPr>
          <p:cNvPr id="10" name="Group 9">
            <a:extLst>
              <a:ext uri="{FF2B5EF4-FFF2-40B4-BE49-F238E27FC236}">
                <a16:creationId xmlns:a16="http://schemas.microsoft.com/office/drawing/2014/main" id="{4A461AED-4C93-400E-B09C-1C68019FAF00}"/>
              </a:ext>
            </a:extLst>
          </p:cNvPr>
          <p:cNvGrpSpPr/>
          <p:nvPr/>
        </p:nvGrpSpPr>
        <p:grpSpPr>
          <a:xfrm>
            <a:off x="353462" y="1353844"/>
            <a:ext cx="3499010" cy="4151304"/>
            <a:chOff x="353462" y="1353844"/>
            <a:chExt cx="3499010" cy="4151304"/>
          </a:xfrm>
        </p:grpSpPr>
        <p:sp>
          <p:nvSpPr>
            <p:cNvPr id="6" name="Rectangle: Diagonal Corners Rounded 5">
              <a:extLst>
                <a:ext uri="{FF2B5EF4-FFF2-40B4-BE49-F238E27FC236}">
                  <a16:creationId xmlns:a16="http://schemas.microsoft.com/office/drawing/2014/main" id="{01A8F2E7-38CD-4415-D35A-03494FE09EAB}"/>
                </a:ext>
              </a:extLst>
            </p:cNvPr>
            <p:cNvSpPr/>
            <p:nvPr/>
          </p:nvSpPr>
          <p:spPr>
            <a:xfrm>
              <a:off x="353462" y="1353844"/>
              <a:ext cx="3499010" cy="4151304"/>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Picture 13">
              <a:extLst>
                <a:ext uri="{FF2B5EF4-FFF2-40B4-BE49-F238E27FC236}">
                  <a16:creationId xmlns:a16="http://schemas.microsoft.com/office/drawing/2014/main" id="{0248FBFF-A6E6-4F00-94E5-8FD7301084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462" y="1969477"/>
              <a:ext cx="3499010" cy="3030019"/>
            </a:xfrm>
            <a:prstGeom prst="rect">
              <a:avLst/>
            </a:prstGeom>
          </p:spPr>
        </p:pic>
      </p:grpSp>
      <p:grpSp>
        <p:nvGrpSpPr>
          <p:cNvPr id="13" name="Group 12">
            <a:extLst>
              <a:ext uri="{FF2B5EF4-FFF2-40B4-BE49-F238E27FC236}">
                <a16:creationId xmlns:a16="http://schemas.microsoft.com/office/drawing/2014/main" id="{4E31E0B9-59B6-47D1-94F3-C25D87B62073}"/>
              </a:ext>
            </a:extLst>
          </p:cNvPr>
          <p:cNvGrpSpPr/>
          <p:nvPr/>
        </p:nvGrpSpPr>
        <p:grpSpPr>
          <a:xfrm>
            <a:off x="4373320" y="1322131"/>
            <a:ext cx="3499012" cy="4151304"/>
            <a:chOff x="4373320" y="1322131"/>
            <a:chExt cx="3499012" cy="4151304"/>
          </a:xfrm>
        </p:grpSpPr>
        <p:sp>
          <p:nvSpPr>
            <p:cNvPr id="7" name="Rectangle: Diagonal Corners Rounded 6">
              <a:extLst>
                <a:ext uri="{FF2B5EF4-FFF2-40B4-BE49-F238E27FC236}">
                  <a16:creationId xmlns:a16="http://schemas.microsoft.com/office/drawing/2014/main" id="{CB6AE447-B1E3-C18E-FC12-C5AD388E17FB}"/>
                </a:ext>
              </a:extLst>
            </p:cNvPr>
            <p:cNvSpPr/>
            <p:nvPr/>
          </p:nvSpPr>
          <p:spPr>
            <a:xfrm>
              <a:off x="4373322" y="1322131"/>
              <a:ext cx="3499010" cy="4151304"/>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358DFF34-466B-41AE-BA52-DC12637EB6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3320" y="1969477"/>
              <a:ext cx="3499011" cy="3030019"/>
            </a:xfrm>
            <a:prstGeom prst="rect">
              <a:avLst/>
            </a:prstGeom>
          </p:spPr>
        </p:pic>
      </p:grpSp>
      <p:grpSp>
        <p:nvGrpSpPr>
          <p:cNvPr id="17" name="Group 16">
            <a:extLst>
              <a:ext uri="{FF2B5EF4-FFF2-40B4-BE49-F238E27FC236}">
                <a16:creationId xmlns:a16="http://schemas.microsoft.com/office/drawing/2014/main" id="{EE030B39-987F-4A27-AA47-3EF3A4283EAD}"/>
              </a:ext>
            </a:extLst>
          </p:cNvPr>
          <p:cNvGrpSpPr/>
          <p:nvPr/>
        </p:nvGrpSpPr>
        <p:grpSpPr>
          <a:xfrm>
            <a:off x="8378197" y="1339621"/>
            <a:ext cx="3499010" cy="4133814"/>
            <a:chOff x="8378197" y="1339621"/>
            <a:chExt cx="3499010" cy="4133814"/>
          </a:xfrm>
        </p:grpSpPr>
        <p:sp>
          <p:nvSpPr>
            <p:cNvPr id="8" name="Rectangle: Diagonal Corners Rounded 7">
              <a:extLst>
                <a:ext uri="{FF2B5EF4-FFF2-40B4-BE49-F238E27FC236}">
                  <a16:creationId xmlns:a16="http://schemas.microsoft.com/office/drawing/2014/main" id="{C70B544D-0DC6-80E5-5D30-A0881A478152}"/>
                </a:ext>
              </a:extLst>
            </p:cNvPr>
            <p:cNvSpPr/>
            <p:nvPr/>
          </p:nvSpPr>
          <p:spPr>
            <a:xfrm>
              <a:off x="8393182" y="1339621"/>
              <a:ext cx="3484025" cy="4133814"/>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BE57D334-94C7-4658-BFD6-B810157139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78197" y="1969477"/>
              <a:ext cx="3499010" cy="3030019"/>
            </a:xfrm>
            <a:prstGeom prst="rect">
              <a:avLst/>
            </a:prstGeom>
          </p:spPr>
        </p:pic>
      </p:grpSp>
    </p:spTree>
    <p:extLst>
      <p:ext uri="{BB962C8B-B14F-4D97-AF65-F5344CB8AC3E}">
        <p14:creationId xmlns:p14="http://schemas.microsoft.com/office/powerpoint/2010/main" val="2629519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F6458-7C7B-597A-02F5-5092FC3AAEE9}"/>
            </a:ext>
          </a:extLst>
        </p:cNvPr>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7E935547-78A8-15C5-25BC-BE6F7C2FBA7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DB13E7DF-0461-D324-2452-1C321A0770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E40D4A85-88DA-38DE-230F-F16230F1B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white room with a blue sky&#10;&#10;Description automatically generated">
            <a:extLst>
              <a:ext uri="{FF2B5EF4-FFF2-40B4-BE49-F238E27FC236}">
                <a16:creationId xmlns:a16="http://schemas.microsoft.com/office/drawing/2014/main" id="{EA477ECA-0371-3FDA-D5D1-22BFEDF0054B}"/>
              </a:ext>
            </a:extLst>
          </p:cNvPr>
          <p:cNvPicPr>
            <a:picLocks noChangeAspect="1"/>
          </p:cNvPicPr>
          <p:nvPr/>
        </p:nvPicPr>
        <p:blipFill>
          <a:blip r:embed="rId2"/>
          <a:srcRect t="25000"/>
          <a:stretch>
            <a:fillRect/>
          </a:stretch>
        </p:blipFill>
        <p:spPr>
          <a:xfrm>
            <a:off x="0" y="12"/>
            <a:ext cx="12192000" cy="6857988"/>
          </a:xfrm>
          <a:prstGeom prst="rect">
            <a:avLst/>
          </a:prstGeom>
        </p:spPr>
      </p:pic>
      <p:cxnSp>
        <p:nvCxnSpPr>
          <p:cNvPr id="33" name="Straight Connector 32">
            <a:extLst>
              <a:ext uri="{FF2B5EF4-FFF2-40B4-BE49-F238E27FC236}">
                <a16:creationId xmlns:a16="http://schemas.microsoft.com/office/drawing/2014/main" id="{CF34992D-9445-87FA-3D26-39EABBE9A3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3125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D02D16A-7C4A-C6B5-3718-FD5D89591415}"/>
              </a:ext>
            </a:extLst>
          </p:cNvPr>
          <p:cNvSpPr txBox="1"/>
          <p:nvPr/>
        </p:nvSpPr>
        <p:spPr>
          <a:xfrm>
            <a:off x="4621508" y="6342494"/>
            <a:ext cx="2731838" cy="369332"/>
          </a:xfrm>
          <a:prstGeom prst="rect">
            <a:avLst/>
          </a:prstGeom>
          <a:noFill/>
        </p:spPr>
        <p:txBody>
          <a:bodyPr wrap="none" rtlCol="0">
            <a:spAutoFit/>
          </a:bodyPr>
          <a:lstStyle/>
          <a:p>
            <a:r>
              <a:rPr lang="en-GB" dirty="0">
                <a:solidFill>
                  <a:srgbClr val="002060"/>
                </a:solidFill>
              </a:rPr>
              <a:t>Copyright © Style Reborn</a:t>
            </a:r>
          </a:p>
        </p:txBody>
      </p:sp>
      <p:sp>
        <p:nvSpPr>
          <p:cNvPr id="2" name="TextBox 1">
            <a:extLst>
              <a:ext uri="{FF2B5EF4-FFF2-40B4-BE49-F238E27FC236}">
                <a16:creationId xmlns:a16="http://schemas.microsoft.com/office/drawing/2014/main" id="{69853204-04A8-6B91-A129-7D74CD0B1671}"/>
              </a:ext>
            </a:extLst>
          </p:cNvPr>
          <p:cNvSpPr txBox="1"/>
          <p:nvPr/>
        </p:nvSpPr>
        <p:spPr>
          <a:xfrm>
            <a:off x="2789646" y="1978702"/>
            <a:ext cx="6787436" cy="1569660"/>
          </a:xfrm>
          <a:prstGeom prst="rect">
            <a:avLst/>
          </a:prstGeom>
          <a:noFill/>
        </p:spPr>
        <p:txBody>
          <a:bodyPr wrap="none" rtlCol="0">
            <a:spAutoFit/>
          </a:bodyPr>
          <a:lstStyle/>
          <a:p>
            <a:r>
              <a:rPr lang="en-GB" sz="9600" dirty="0">
                <a:solidFill>
                  <a:schemeClr val="tx2"/>
                </a:solidFill>
                <a:latin typeface="Algerian" panose="04020705040A02060702" pitchFamily="82" charset="0"/>
              </a:rPr>
              <a:t>THANK YOU</a:t>
            </a:r>
          </a:p>
        </p:txBody>
      </p:sp>
    </p:spTree>
    <p:extLst>
      <p:ext uri="{BB962C8B-B14F-4D97-AF65-F5344CB8AC3E}">
        <p14:creationId xmlns:p14="http://schemas.microsoft.com/office/powerpoint/2010/main" val="238263414"/>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127</TotalTime>
  <Words>225</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Algerian</vt:lpstr>
      <vt:lpstr>Arial</vt:lpstr>
      <vt:lpstr>Grandview Display</vt:lpstr>
      <vt:lpstr>DashVTI</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CO_DLTL.Users1</dc:creator>
  <cp:lastModifiedBy>Qamar Abbas</cp:lastModifiedBy>
  <cp:revision>6</cp:revision>
  <dcterms:created xsi:type="dcterms:W3CDTF">2026-02-19T04:05:37Z</dcterms:created>
  <dcterms:modified xsi:type="dcterms:W3CDTF">2026-02-19T09:51:28Z</dcterms:modified>
</cp:coreProperties>
</file>